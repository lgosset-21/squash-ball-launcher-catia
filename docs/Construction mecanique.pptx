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97"/>
  </p:notesMasterIdLst>
  <p:handoutMasterIdLst>
    <p:handoutMasterId r:id="rId98"/>
  </p:handoutMasterIdLst>
  <p:sldIdLst>
    <p:sldId id="256" r:id="rId2"/>
    <p:sldId id="387" r:id="rId3"/>
    <p:sldId id="482" r:id="rId4"/>
    <p:sldId id="388" r:id="rId5"/>
    <p:sldId id="395" r:id="rId6"/>
    <p:sldId id="397" r:id="rId7"/>
    <p:sldId id="391" r:id="rId8"/>
    <p:sldId id="390" r:id="rId9"/>
    <p:sldId id="394" r:id="rId10"/>
    <p:sldId id="437" r:id="rId11"/>
    <p:sldId id="393" r:id="rId12"/>
    <p:sldId id="392" r:id="rId13"/>
    <p:sldId id="389" r:id="rId14"/>
    <p:sldId id="399" r:id="rId15"/>
    <p:sldId id="398" r:id="rId16"/>
    <p:sldId id="400" r:id="rId17"/>
    <p:sldId id="401" r:id="rId18"/>
    <p:sldId id="414" r:id="rId19"/>
    <p:sldId id="402" r:id="rId20"/>
    <p:sldId id="415" r:id="rId21"/>
    <p:sldId id="455" r:id="rId22"/>
    <p:sldId id="484" r:id="rId23"/>
    <p:sldId id="452" r:id="rId24"/>
    <p:sldId id="456" r:id="rId25"/>
    <p:sldId id="483" r:id="rId26"/>
    <p:sldId id="417" r:id="rId27"/>
    <p:sldId id="418" r:id="rId28"/>
    <p:sldId id="419" r:id="rId29"/>
    <p:sldId id="420" r:id="rId30"/>
    <p:sldId id="485" r:id="rId31"/>
    <p:sldId id="486" r:id="rId32"/>
    <p:sldId id="421" r:id="rId33"/>
    <p:sldId id="488" r:id="rId34"/>
    <p:sldId id="487" r:id="rId35"/>
    <p:sldId id="489" r:id="rId36"/>
    <p:sldId id="491" r:id="rId37"/>
    <p:sldId id="492" r:id="rId38"/>
    <p:sldId id="490" r:id="rId39"/>
    <p:sldId id="404" r:id="rId40"/>
    <p:sldId id="405" r:id="rId41"/>
    <p:sldId id="407" r:id="rId42"/>
    <p:sldId id="503" r:id="rId43"/>
    <p:sldId id="502" r:id="rId44"/>
    <p:sldId id="457" r:id="rId45"/>
    <p:sldId id="458" r:id="rId46"/>
    <p:sldId id="459" r:id="rId47"/>
    <p:sldId id="460" r:id="rId48"/>
    <p:sldId id="461" r:id="rId49"/>
    <p:sldId id="462" r:id="rId50"/>
    <p:sldId id="494" r:id="rId51"/>
    <p:sldId id="493" r:id="rId52"/>
    <p:sldId id="495" r:id="rId53"/>
    <p:sldId id="463" r:id="rId54"/>
    <p:sldId id="464" r:id="rId55"/>
    <p:sldId id="497" r:id="rId56"/>
    <p:sldId id="465" r:id="rId57"/>
    <p:sldId id="466" r:id="rId58"/>
    <p:sldId id="467" r:id="rId59"/>
    <p:sldId id="468" r:id="rId60"/>
    <p:sldId id="469" r:id="rId61"/>
    <p:sldId id="470" r:id="rId62"/>
    <p:sldId id="496" r:id="rId63"/>
    <p:sldId id="471" r:id="rId64"/>
    <p:sldId id="472" r:id="rId65"/>
    <p:sldId id="423" r:id="rId66"/>
    <p:sldId id="434" r:id="rId67"/>
    <p:sldId id="436" r:id="rId68"/>
    <p:sldId id="473" r:id="rId69"/>
    <p:sldId id="413" r:id="rId70"/>
    <p:sldId id="424" r:id="rId71"/>
    <p:sldId id="479" r:id="rId72"/>
    <p:sldId id="430" r:id="rId73"/>
    <p:sldId id="425" r:id="rId74"/>
    <p:sldId id="426" r:id="rId75"/>
    <p:sldId id="427" r:id="rId76"/>
    <p:sldId id="474" r:id="rId77"/>
    <p:sldId id="475" r:id="rId78"/>
    <p:sldId id="476" r:id="rId79"/>
    <p:sldId id="478" r:id="rId80"/>
    <p:sldId id="433" r:id="rId81"/>
    <p:sldId id="443" r:id="rId82"/>
    <p:sldId id="444" r:id="rId83"/>
    <p:sldId id="446" r:id="rId84"/>
    <p:sldId id="447" r:id="rId85"/>
    <p:sldId id="498" r:id="rId86"/>
    <p:sldId id="499" r:id="rId87"/>
    <p:sldId id="500" r:id="rId88"/>
    <p:sldId id="449" r:id="rId89"/>
    <p:sldId id="450" r:id="rId90"/>
    <p:sldId id="501" r:id="rId91"/>
    <p:sldId id="504" r:id="rId92"/>
    <p:sldId id="505" r:id="rId93"/>
    <p:sldId id="451" r:id="rId94"/>
    <p:sldId id="422" r:id="rId95"/>
    <p:sldId id="380" r:id="rId96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BF3FFFD-C098-4740-BA83-AF7494E26753}">
          <p14:sldIdLst>
            <p14:sldId id="256"/>
          </p14:sldIdLst>
        </p14:section>
        <p14:section name="Corp" id="{2B9A368C-2258-6942-8144-0F7EA08EF783}">
          <p14:sldIdLst>
            <p14:sldId id="387"/>
            <p14:sldId id="482"/>
            <p14:sldId id="388"/>
            <p14:sldId id="395"/>
            <p14:sldId id="397"/>
            <p14:sldId id="391"/>
            <p14:sldId id="390"/>
            <p14:sldId id="394"/>
            <p14:sldId id="437"/>
            <p14:sldId id="393"/>
            <p14:sldId id="392"/>
            <p14:sldId id="389"/>
            <p14:sldId id="399"/>
            <p14:sldId id="398"/>
            <p14:sldId id="400"/>
            <p14:sldId id="401"/>
            <p14:sldId id="414"/>
            <p14:sldId id="402"/>
            <p14:sldId id="415"/>
            <p14:sldId id="455"/>
            <p14:sldId id="484"/>
            <p14:sldId id="452"/>
            <p14:sldId id="456"/>
            <p14:sldId id="483"/>
            <p14:sldId id="417"/>
            <p14:sldId id="418"/>
            <p14:sldId id="419"/>
            <p14:sldId id="420"/>
            <p14:sldId id="485"/>
            <p14:sldId id="486"/>
            <p14:sldId id="421"/>
            <p14:sldId id="488"/>
            <p14:sldId id="487"/>
            <p14:sldId id="489"/>
            <p14:sldId id="491"/>
            <p14:sldId id="492"/>
            <p14:sldId id="490"/>
            <p14:sldId id="404"/>
            <p14:sldId id="405"/>
            <p14:sldId id="407"/>
            <p14:sldId id="503"/>
            <p14:sldId id="502"/>
            <p14:sldId id="457"/>
            <p14:sldId id="458"/>
            <p14:sldId id="459"/>
            <p14:sldId id="460"/>
            <p14:sldId id="461"/>
            <p14:sldId id="462"/>
            <p14:sldId id="494"/>
            <p14:sldId id="493"/>
            <p14:sldId id="495"/>
            <p14:sldId id="463"/>
            <p14:sldId id="464"/>
            <p14:sldId id="497"/>
            <p14:sldId id="465"/>
            <p14:sldId id="466"/>
            <p14:sldId id="467"/>
            <p14:sldId id="468"/>
            <p14:sldId id="469"/>
            <p14:sldId id="470"/>
            <p14:sldId id="496"/>
            <p14:sldId id="471"/>
            <p14:sldId id="472"/>
            <p14:sldId id="423"/>
            <p14:sldId id="434"/>
            <p14:sldId id="436"/>
            <p14:sldId id="473"/>
            <p14:sldId id="413"/>
            <p14:sldId id="424"/>
            <p14:sldId id="479"/>
            <p14:sldId id="430"/>
            <p14:sldId id="425"/>
            <p14:sldId id="426"/>
            <p14:sldId id="427"/>
            <p14:sldId id="474"/>
            <p14:sldId id="475"/>
            <p14:sldId id="476"/>
            <p14:sldId id="478"/>
            <p14:sldId id="433"/>
            <p14:sldId id="443"/>
            <p14:sldId id="444"/>
            <p14:sldId id="446"/>
            <p14:sldId id="447"/>
            <p14:sldId id="498"/>
            <p14:sldId id="499"/>
            <p14:sldId id="500"/>
            <p14:sldId id="449"/>
            <p14:sldId id="450"/>
            <p14:sldId id="501"/>
            <p14:sldId id="504"/>
            <p14:sldId id="505"/>
            <p14:sldId id="451"/>
            <p14:sldId id="422"/>
          </p14:sldIdLst>
        </p14:section>
        <p14:section name="Collaborations" id="{0620BB95-357E-C74B-B9D5-B2D2324A5D85}">
          <p14:sldIdLst>
            <p14:sldId id="3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373" userDrawn="1">
          <p15:clr>
            <a:srgbClr val="A4A3A4"/>
          </p15:clr>
        </p15:guide>
        <p15:guide id="4" pos="136" userDrawn="1">
          <p15:clr>
            <a:srgbClr val="A4A3A4"/>
          </p15:clr>
        </p15:guide>
        <p15:guide id="5" pos="419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615"/>
    <a:srgbClr val="E6E6E6"/>
    <a:srgbClr val="FAFAFA"/>
    <a:srgbClr val="EAF0D8"/>
    <a:srgbClr val="00677B"/>
    <a:srgbClr val="070707"/>
    <a:srgbClr val="BFD730"/>
    <a:srgbClr val="4B8FCC"/>
    <a:srgbClr val="5C2D91"/>
    <a:srgbClr val="F1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D0D60-8C36-F34B-A741-E0CA1BE99B02}" v="903" dt="2025-05-31T12:02:03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5" autoAdjust="0"/>
    <p:restoredTop sz="82827"/>
  </p:normalViewPr>
  <p:slideViewPr>
    <p:cSldViewPr snapToGrid="0" snapToObjects="1" showGuides="1">
      <p:cViewPr>
        <p:scale>
          <a:sx n="120" d="100"/>
          <a:sy n="120" d="100"/>
        </p:scale>
        <p:origin x="1312" y="240"/>
      </p:cViewPr>
      <p:guideLst>
        <p:guide orient="horz" pos="159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2" d="100"/>
          <a:sy n="122" d="100"/>
        </p:scale>
        <p:origin x="5072" y="208"/>
      </p:cViewPr>
      <p:guideLst>
        <p:guide orient="horz" pos="2890"/>
        <p:guide pos="2160"/>
        <p:guide orient="horz" pos="373"/>
        <p:guide pos="136"/>
        <p:guide pos="41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104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Saint-Pierre" userId="ab4a63aca6b51c61" providerId="LiveId" clId="{BE8D0D60-8C36-F34B-A741-E0CA1BE99B02}"/>
    <pc:docChg chg="undo custSel addSld delSld modSld sldOrd modSection">
      <pc:chgData name="Guillaume Saint-Pierre" userId="ab4a63aca6b51c61" providerId="LiveId" clId="{BE8D0D60-8C36-F34B-A741-E0CA1BE99B02}" dt="2025-05-31T12:02:10.623" v="6608" actId="20577"/>
      <pc:docMkLst>
        <pc:docMk/>
      </pc:docMkLst>
      <pc:sldChg chg="addSp modSp mod">
        <pc:chgData name="Guillaume Saint-Pierre" userId="ab4a63aca6b51c61" providerId="LiveId" clId="{BE8D0D60-8C36-F34B-A741-E0CA1BE99B02}" dt="2025-05-31T11:41:24.335" v="6265"/>
        <pc:sldMkLst>
          <pc:docMk/>
          <pc:sldMk cId="2130171528" sldId="256"/>
        </pc:sldMkLst>
        <pc:spChg chg="mod">
          <ac:chgData name="Guillaume Saint-Pierre" userId="ab4a63aca6b51c61" providerId="LiveId" clId="{BE8D0D60-8C36-F34B-A741-E0CA1BE99B02}" dt="2025-05-30T10:21:11.073" v="3904" actId="1076"/>
          <ac:spMkLst>
            <pc:docMk/>
            <pc:sldMk cId="2130171528" sldId="256"/>
            <ac:spMk id="17" creationId="{19CA0007-AAF1-6C14-5BE9-06307AC80E09}"/>
          </ac:spMkLst>
        </pc:spChg>
        <pc:spChg chg="mod">
          <ac:chgData name="Guillaume Saint-Pierre" userId="ab4a63aca6b51c61" providerId="LiveId" clId="{BE8D0D60-8C36-F34B-A741-E0CA1BE99B02}" dt="2025-05-30T12:36:36.405" v="4541" actId="1076"/>
          <ac:spMkLst>
            <pc:docMk/>
            <pc:sldMk cId="2130171528" sldId="256"/>
            <ac:spMk id="21" creationId="{45BB94AD-D4A3-20C2-3F6D-EE48DF9BD36D}"/>
          </ac:spMkLst>
        </pc:spChg>
        <pc:graphicFrameChg chg="mod modGraphic">
          <ac:chgData name="Guillaume Saint-Pierre" userId="ab4a63aca6b51c61" providerId="LiveId" clId="{BE8D0D60-8C36-F34B-A741-E0CA1BE99B02}" dt="2025-05-31T09:04:18.004" v="5779" actId="20577"/>
          <ac:graphicFrameMkLst>
            <pc:docMk/>
            <pc:sldMk cId="2130171528" sldId="256"/>
            <ac:graphicFrameMk id="20" creationId="{A68ED7CC-FA78-38BB-F110-C4C5C2BA1F98}"/>
          </ac:graphicFrameMkLst>
        </pc:graphicFrameChg>
        <pc:picChg chg="add mod">
          <ac:chgData name="Guillaume Saint-Pierre" userId="ab4a63aca6b51c61" providerId="LiveId" clId="{BE8D0D60-8C36-F34B-A741-E0CA1BE99B02}" dt="2025-05-30T20:11:32.302" v="5026" actId="1076"/>
          <ac:picMkLst>
            <pc:docMk/>
            <pc:sldMk cId="2130171528" sldId="256"/>
            <ac:picMk id="2" creationId="{F77B9550-D190-496B-51D9-1768CC6A34F4}"/>
          </ac:picMkLst>
        </pc:picChg>
        <pc:picChg chg="add mod">
          <ac:chgData name="Guillaume Saint-Pierre" userId="ab4a63aca6b51c61" providerId="LiveId" clId="{BE8D0D60-8C36-F34B-A741-E0CA1BE99B02}" dt="2025-05-31T11:41:24.335" v="6265"/>
          <ac:picMkLst>
            <pc:docMk/>
            <pc:sldMk cId="2130171528" sldId="256"/>
            <ac:picMk id="5" creationId="{6EB32F9B-7812-42BC-EB4B-FB55E64CC3CD}"/>
          </ac:picMkLst>
        </pc:picChg>
      </pc:sldChg>
      <pc:sldChg chg="addSp modSp mod">
        <pc:chgData name="Guillaume Saint-Pierre" userId="ab4a63aca6b51c61" providerId="LiveId" clId="{BE8D0D60-8C36-F34B-A741-E0CA1BE99B02}" dt="2025-05-31T11:41:24.335" v="6265"/>
        <pc:sldMkLst>
          <pc:docMk/>
          <pc:sldMk cId="2339989214" sldId="387"/>
        </pc:sldMkLst>
        <pc:spChg chg="mod">
          <ac:chgData name="Guillaume Saint-Pierre" userId="ab4a63aca6b51c61" providerId="LiveId" clId="{BE8D0D60-8C36-F34B-A741-E0CA1BE99B02}" dt="2025-05-31T11:38:09.267" v="6259" actId="1076"/>
          <ac:spMkLst>
            <pc:docMk/>
            <pc:sldMk cId="2339989214" sldId="387"/>
            <ac:spMk id="11" creationId="{D57F8244-2C9F-D09D-F07C-829AA1D081E3}"/>
          </ac:spMkLst>
        </pc:spChg>
        <pc:spChg chg="mod">
          <ac:chgData name="Guillaume Saint-Pierre" userId="ab4a63aca6b51c61" providerId="LiveId" clId="{BE8D0D60-8C36-F34B-A741-E0CA1BE99B02}" dt="2025-05-31T11:38:02.291" v="6258" actId="20577"/>
          <ac:spMkLst>
            <pc:docMk/>
            <pc:sldMk cId="2339989214" sldId="387"/>
            <ac:spMk id="12" creationId="{F6448A34-3E66-C515-C3A6-99A3C8825F3F}"/>
          </ac:spMkLst>
        </pc:spChg>
        <pc:picChg chg="add mod">
          <ac:chgData name="Guillaume Saint-Pierre" userId="ab4a63aca6b51c61" providerId="LiveId" clId="{BE8D0D60-8C36-F34B-A741-E0CA1BE99B02}" dt="2025-05-31T11:41:24.335" v="6265"/>
          <ac:picMkLst>
            <pc:docMk/>
            <pc:sldMk cId="2339989214" sldId="387"/>
            <ac:picMk id="4" creationId="{319A959B-25B0-90F0-4597-AA6B4C5E0CB7}"/>
          </ac:picMkLst>
        </pc:picChg>
      </pc:sldChg>
      <pc:sldChg chg="addSp modSp mod modNotes">
        <pc:chgData name="Guillaume Saint-Pierre" userId="ab4a63aca6b51c61" providerId="LiveId" clId="{BE8D0D60-8C36-F34B-A741-E0CA1BE99B02}" dt="2025-05-31T11:41:24.335" v="6265"/>
        <pc:sldMkLst>
          <pc:docMk/>
          <pc:sldMk cId="2027242546" sldId="388"/>
        </pc:sldMkLst>
        <pc:spChg chg="mod">
          <ac:chgData name="Guillaume Saint-Pierre" userId="ab4a63aca6b51c61" providerId="LiveId" clId="{BE8D0D60-8C36-F34B-A741-E0CA1BE99B02}" dt="2025-05-28T18:31:55.977" v="2952" actId="255"/>
          <ac:spMkLst>
            <pc:docMk/>
            <pc:sldMk cId="2027242546" sldId="388"/>
            <ac:spMk id="1028" creationId="{2F081F86-7FB6-FC49-4E35-F0C55EF9B3EC}"/>
          </ac:spMkLst>
        </pc:spChg>
        <pc:picChg chg="add mod">
          <ac:chgData name="Guillaume Saint-Pierre" userId="ab4a63aca6b51c61" providerId="LiveId" clId="{BE8D0D60-8C36-F34B-A741-E0CA1BE99B02}" dt="2025-05-31T11:41:24.335" v="6265"/>
          <ac:picMkLst>
            <pc:docMk/>
            <pc:sldMk cId="2027242546" sldId="388"/>
            <ac:picMk id="4" creationId="{39E05209-46F5-9D0B-AFCD-D4581DDA11EA}"/>
          </ac:picMkLst>
        </pc:picChg>
        <pc:picChg chg="mod">
          <ac:chgData name="Guillaume Saint-Pierre" userId="ab4a63aca6b51c61" providerId="LiveId" clId="{BE8D0D60-8C36-F34B-A741-E0CA1BE99B02}" dt="2025-05-28T18:31:59.784" v="2953" actId="14100"/>
          <ac:picMkLst>
            <pc:docMk/>
            <pc:sldMk cId="2027242546" sldId="388"/>
            <ac:picMk id="1026" creationId="{E175FA1D-4757-25C7-37F1-7564D59D592F}"/>
          </ac:picMkLst>
        </pc:picChg>
      </pc:sldChg>
      <pc:sldChg chg="addSp delSp modSp mod">
        <pc:chgData name="Guillaume Saint-Pierre" userId="ab4a63aca6b51c61" providerId="LiveId" clId="{BE8D0D60-8C36-F34B-A741-E0CA1BE99B02}" dt="2025-05-28T18:34:59.659" v="2993"/>
        <pc:sldMkLst>
          <pc:docMk/>
          <pc:sldMk cId="2831489990" sldId="389"/>
        </pc:sldMkLst>
        <pc:spChg chg="mod">
          <ac:chgData name="Guillaume Saint-Pierre" userId="ab4a63aca6b51c61" providerId="LiveId" clId="{BE8D0D60-8C36-F34B-A741-E0CA1BE99B02}" dt="2025-05-28T13:47:30.985" v="365" actId="1076"/>
          <ac:spMkLst>
            <pc:docMk/>
            <pc:sldMk cId="2831489990" sldId="389"/>
            <ac:spMk id="2" creationId="{40FF49FA-A4A3-3BAE-EDD8-8C1297673F53}"/>
          </ac:spMkLst>
        </pc:spChg>
        <pc:spChg chg="add mod">
          <ac:chgData name="Guillaume Saint-Pierre" userId="ab4a63aca6b51c61" providerId="LiveId" clId="{BE8D0D60-8C36-F34B-A741-E0CA1BE99B02}" dt="2025-05-28T13:47:22.160" v="362" actId="1076"/>
          <ac:spMkLst>
            <pc:docMk/>
            <pc:sldMk cId="2831489990" sldId="389"/>
            <ac:spMk id="4" creationId="{2C96A605-EB53-8AD3-666D-4BD8C84F0906}"/>
          </ac:spMkLst>
        </pc:spChg>
        <pc:spChg chg="add mod">
          <ac:chgData name="Guillaume Saint-Pierre" userId="ab4a63aca6b51c61" providerId="LiveId" clId="{BE8D0D60-8C36-F34B-A741-E0CA1BE99B02}" dt="2025-05-28T18:34:59.659" v="2993"/>
          <ac:spMkLst>
            <pc:docMk/>
            <pc:sldMk cId="2831489990" sldId="389"/>
            <ac:spMk id="5" creationId="{3849DBFF-FF79-8363-97CB-776E8A4CF6A6}"/>
          </ac:spMkLst>
        </pc:spChg>
        <pc:graphicFrameChg chg="add mod">
          <ac:chgData name="Guillaume Saint-Pierre" userId="ab4a63aca6b51c61" providerId="LiveId" clId="{BE8D0D60-8C36-F34B-A741-E0CA1BE99B02}" dt="2025-05-28T13:47:22.160" v="362" actId="1076"/>
          <ac:graphicFrameMkLst>
            <pc:docMk/>
            <pc:sldMk cId="2831489990" sldId="389"/>
            <ac:graphicFrameMk id="3" creationId="{D7369240-684F-CEED-9C2E-A6E4A909C953}"/>
          </ac:graphicFrameMkLst>
        </pc:graphicFrameChg>
        <pc:picChg chg="mod">
          <ac:chgData name="Guillaume Saint-Pierre" userId="ab4a63aca6b51c61" providerId="LiveId" clId="{BE8D0D60-8C36-F34B-A741-E0CA1BE99B02}" dt="2025-05-28T13:47:25.494" v="363" actId="1076"/>
          <ac:picMkLst>
            <pc:docMk/>
            <pc:sldMk cId="2831489990" sldId="389"/>
            <ac:picMk id="5122" creationId="{05BBB30C-7D50-D538-D031-426E86D28053}"/>
          </ac:picMkLst>
        </pc:picChg>
      </pc:sldChg>
      <pc:sldChg chg="addSp delSp modSp mod">
        <pc:chgData name="Guillaume Saint-Pierre" userId="ab4a63aca6b51c61" providerId="LiveId" clId="{BE8D0D60-8C36-F34B-A741-E0CA1BE99B02}" dt="2025-05-28T18:33:54.015" v="2980" actId="1076"/>
        <pc:sldMkLst>
          <pc:docMk/>
          <pc:sldMk cId="3937801957" sldId="390"/>
        </pc:sldMkLst>
        <pc:spChg chg="mod">
          <ac:chgData name="Guillaume Saint-Pierre" userId="ab4a63aca6b51c61" providerId="LiveId" clId="{BE8D0D60-8C36-F34B-A741-E0CA1BE99B02}" dt="2025-05-28T18:33:42.089" v="2978" actId="1076"/>
          <ac:spMkLst>
            <pc:docMk/>
            <pc:sldMk cId="3937801957" sldId="390"/>
            <ac:spMk id="3" creationId="{D5D361E0-D9BC-F09B-0B41-65BCEC75B51B}"/>
          </ac:spMkLst>
        </pc:spChg>
        <pc:spChg chg="mod">
          <ac:chgData name="Guillaume Saint-Pierre" userId="ab4a63aca6b51c61" providerId="LiveId" clId="{BE8D0D60-8C36-F34B-A741-E0CA1BE99B02}" dt="2025-05-28T18:33:54.015" v="2980" actId="1076"/>
          <ac:spMkLst>
            <pc:docMk/>
            <pc:sldMk cId="3937801957" sldId="390"/>
            <ac:spMk id="8" creationId="{3829D842-804A-B2D7-BA4C-55748303E11E}"/>
          </ac:spMkLst>
        </pc:spChg>
        <pc:spChg chg="add mod">
          <ac:chgData name="Guillaume Saint-Pierre" userId="ab4a63aca6b51c61" providerId="LiveId" clId="{BE8D0D60-8C36-F34B-A741-E0CA1BE99B02}" dt="2025-05-28T13:34:22.263" v="278" actId="1076"/>
          <ac:spMkLst>
            <pc:docMk/>
            <pc:sldMk cId="3937801957" sldId="390"/>
            <ac:spMk id="12" creationId="{9DA7D489-3148-1C08-2C0F-DCD992976D85}"/>
          </ac:spMkLst>
        </pc:spChg>
        <pc:spChg chg="add mod">
          <ac:chgData name="Guillaume Saint-Pierre" userId="ab4a63aca6b51c61" providerId="LiveId" clId="{BE8D0D60-8C36-F34B-A741-E0CA1BE99B02}" dt="2025-05-28T13:37:06.668" v="335" actId="1076"/>
          <ac:spMkLst>
            <pc:docMk/>
            <pc:sldMk cId="3937801957" sldId="390"/>
            <ac:spMk id="20" creationId="{64E09BC6-D788-566B-CA13-A3B99481093E}"/>
          </ac:spMkLst>
        </pc:spChg>
        <pc:graphicFrameChg chg="add mod modGraphic">
          <ac:chgData name="Guillaume Saint-Pierre" userId="ab4a63aca6b51c61" providerId="LiveId" clId="{BE8D0D60-8C36-F34B-A741-E0CA1BE99B02}" dt="2025-05-28T13:37:29.348" v="339" actId="1076"/>
          <ac:graphicFrameMkLst>
            <pc:docMk/>
            <pc:sldMk cId="3937801957" sldId="390"/>
            <ac:graphicFrameMk id="19" creationId="{E26CCC9E-050F-3D12-AD52-7DA5EEB43A0D}"/>
          </ac:graphicFrameMkLst>
        </pc:graphicFrameChg>
        <pc:picChg chg="mod">
          <ac:chgData name="Guillaume Saint-Pierre" userId="ab4a63aca6b51c61" providerId="LiveId" clId="{BE8D0D60-8C36-F34B-A741-E0CA1BE99B02}" dt="2025-05-28T13:29:00.596" v="136" actId="1076"/>
          <ac:picMkLst>
            <pc:docMk/>
            <pc:sldMk cId="3937801957" sldId="390"/>
            <ac:picMk id="1026" creationId="{60F3968D-16E5-F3E7-E89C-D9A4C0907A4E}"/>
          </ac:picMkLst>
        </pc:picChg>
      </pc:sldChg>
      <pc:sldChg chg="delSp modSp mod">
        <pc:chgData name="Guillaume Saint-Pierre" userId="ab4a63aca6b51c61" providerId="LiveId" clId="{BE8D0D60-8C36-F34B-A741-E0CA1BE99B02}" dt="2025-05-28T13:28:38.672" v="130" actId="478"/>
        <pc:sldMkLst>
          <pc:docMk/>
          <pc:sldMk cId="2399443300" sldId="391"/>
        </pc:sldMkLst>
      </pc:sldChg>
      <pc:sldChg chg="addSp delSp modSp mod">
        <pc:chgData name="Guillaume Saint-Pierre" userId="ab4a63aca6b51c61" providerId="LiveId" clId="{BE8D0D60-8C36-F34B-A741-E0CA1BE99B02}" dt="2025-05-28T18:34:53.235" v="2992" actId="14100"/>
        <pc:sldMkLst>
          <pc:docMk/>
          <pc:sldMk cId="1360911837" sldId="392"/>
        </pc:sldMkLst>
        <pc:spChg chg="mod">
          <ac:chgData name="Guillaume Saint-Pierre" userId="ab4a63aca6b51c61" providerId="LiveId" clId="{BE8D0D60-8C36-F34B-A741-E0CA1BE99B02}" dt="2025-05-28T13:41:40.910" v="358" actId="1076"/>
          <ac:spMkLst>
            <pc:docMk/>
            <pc:sldMk cId="1360911837" sldId="392"/>
            <ac:spMk id="2" creationId="{1B5CB690-07E6-707C-5957-FAB04035D295}"/>
          </ac:spMkLst>
        </pc:spChg>
        <pc:spChg chg="mod">
          <ac:chgData name="Guillaume Saint-Pierre" userId="ab4a63aca6b51c61" providerId="LiveId" clId="{BE8D0D60-8C36-F34B-A741-E0CA1BE99B02}" dt="2025-05-28T18:34:53.235" v="2992" actId="14100"/>
          <ac:spMkLst>
            <pc:docMk/>
            <pc:sldMk cId="1360911837" sldId="392"/>
            <ac:spMk id="3" creationId="{6ACE957F-8B0D-DBEC-0397-02699A1FD0AE}"/>
          </ac:spMkLst>
        </pc:spChg>
        <pc:spChg chg="add mod">
          <ac:chgData name="Guillaume Saint-Pierre" userId="ab4a63aca6b51c61" providerId="LiveId" clId="{BE8D0D60-8C36-F34B-A741-E0CA1BE99B02}" dt="2025-05-28T13:41:26.375" v="355" actId="1076"/>
          <ac:spMkLst>
            <pc:docMk/>
            <pc:sldMk cId="1360911837" sldId="392"/>
            <ac:spMk id="5" creationId="{00B30475-2BA0-E44A-FF35-F00D7884531C}"/>
          </ac:spMkLst>
        </pc:spChg>
        <pc:graphicFrameChg chg="add mod">
          <ac:chgData name="Guillaume Saint-Pierre" userId="ab4a63aca6b51c61" providerId="LiveId" clId="{BE8D0D60-8C36-F34B-A741-E0CA1BE99B02}" dt="2025-05-28T13:41:26.375" v="355" actId="1076"/>
          <ac:graphicFrameMkLst>
            <pc:docMk/>
            <pc:sldMk cId="1360911837" sldId="392"/>
            <ac:graphicFrameMk id="4" creationId="{1FCD7E79-4A09-C794-5D91-98DBED951E3E}"/>
          </ac:graphicFrameMkLst>
        </pc:graphicFrameChg>
        <pc:picChg chg="mod">
          <ac:chgData name="Guillaume Saint-Pierre" userId="ab4a63aca6b51c61" providerId="LiveId" clId="{BE8D0D60-8C36-F34B-A741-E0CA1BE99B02}" dt="2025-05-28T13:41:30.011" v="357" actId="1076"/>
          <ac:picMkLst>
            <pc:docMk/>
            <pc:sldMk cId="1360911837" sldId="392"/>
            <ac:picMk id="4098" creationId="{8B4CC100-84C7-7892-A0A2-66468A266E1C}"/>
          </ac:picMkLst>
        </pc:picChg>
      </pc:sldChg>
      <pc:sldChg chg="addSp delSp modSp mod">
        <pc:chgData name="Guillaume Saint-Pierre" userId="ab4a63aca6b51c61" providerId="LiveId" clId="{BE8D0D60-8C36-F34B-A741-E0CA1BE99B02}" dt="2025-05-28T18:34:34.334" v="2985"/>
        <pc:sldMkLst>
          <pc:docMk/>
          <pc:sldMk cId="323100583" sldId="393"/>
        </pc:sldMkLst>
        <pc:spChg chg="mod">
          <ac:chgData name="Guillaume Saint-Pierre" userId="ab4a63aca6b51c61" providerId="LiveId" clId="{BE8D0D60-8C36-F34B-A741-E0CA1BE99B02}" dt="2025-05-28T13:40:42.288" v="352" actId="1076"/>
          <ac:spMkLst>
            <pc:docMk/>
            <pc:sldMk cId="323100583" sldId="393"/>
            <ac:spMk id="3" creationId="{D39ABEAA-DFF5-4760-1EC2-CE5103E13B3B}"/>
          </ac:spMkLst>
        </pc:spChg>
        <pc:spChg chg="add mod">
          <ac:chgData name="Guillaume Saint-Pierre" userId="ab4a63aca6b51c61" providerId="LiveId" clId="{BE8D0D60-8C36-F34B-A741-E0CA1BE99B02}" dt="2025-05-28T13:40:34.400" v="350" actId="1076"/>
          <ac:spMkLst>
            <pc:docMk/>
            <pc:sldMk cId="323100583" sldId="393"/>
            <ac:spMk id="10" creationId="{0FEF0C10-52AD-F915-D0B5-0D17070E1F01}"/>
          </ac:spMkLst>
        </pc:spChg>
        <pc:spChg chg="add mod">
          <ac:chgData name="Guillaume Saint-Pierre" userId="ab4a63aca6b51c61" providerId="LiveId" clId="{BE8D0D60-8C36-F34B-A741-E0CA1BE99B02}" dt="2025-05-28T18:34:34.334" v="2985"/>
          <ac:spMkLst>
            <pc:docMk/>
            <pc:sldMk cId="323100583" sldId="393"/>
            <ac:spMk id="11" creationId="{1FEE9768-80BC-CBA5-0A6A-430E952E37A7}"/>
          </ac:spMkLst>
        </pc:spChg>
        <pc:graphicFrameChg chg="add mod">
          <ac:chgData name="Guillaume Saint-Pierre" userId="ab4a63aca6b51c61" providerId="LiveId" clId="{BE8D0D60-8C36-F34B-A741-E0CA1BE99B02}" dt="2025-05-28T13:40:34.400" v="350" actId="1076"/>
          <ac:graphicFrameMkLst>
            <pc:docMk/>
            <pc:sldMk cId="323100583" sldId="393"/>
            <ac:graphicFrameMk id="5" creationId="{7572B70E-98EF-799D-8365-8E769B5A57D7}"/>
          </ac:graphicFrameMkLst>
        </pc:graphicFrameChg>
        <pc:picChg chg="mod">
          <ac:chgData name="Guillaume Saint-Pierre" userId="ab4a63aca6b51c61" providerId="LiveId" clId="{BE8D0D60-8C36-F34B-A741-E0CA1BE99B02}" dt="2025-05-28T13:40:37.791" v="351" actId="1076"/>
          <ac:picMkLst>
            <pc:docMk/>
            <pc:sldMk cId="323100583" sldId="393"/>
            <ac:picMk id="3074" creationId="{011795FE-2BED-FAC6-CE33-C46758CF90C2}"/>
          </ac:picMkLst>
        </pc:picChg>
      </pc:sldChg>
      <pc:sldChg chg="addSp delSp modSp mod">
        <pc:chgData name="Guillaume Saint-Pierre" userId="ab4a63aca6b51c61" providerId="LiveId" clId="{BE8D0D60-8C36-F34B-A741-E0CA1BE99B02}" dt="2025-05-28T18:34:04.702" v="2981"/>
        <pc:sldMkLst>
          <pc:docMk/>
          <pc:sldMk cId="1891729176" sldId="394"/>
        </pc:sldMkLst>
        <pc:spChg chg="mod">
          <ac:chgData name="Guillaume Saint-Pierre" userId="ab4a63aca6b51c61" providerId="LiveId" clId="{BE8D0D60-8C36-F34B-A741-E0CA1BE99B02}" dt="2025-05-28T13:39:06.215" v="346" actId="1076"/>
          <ac:spMkLst>
            <pc:docMk/>
            <pc:sldMk cId="1891729176" sldId="394"/>
            <ac:spMk id="3" creationId="{37D69FDE-B89E-807C-3B75-E7BAA1EA2F48}"/>
          </ac:spMkLst>
        </pc:spChg>
        <pc:spChg chg="add mod">
          <ac:chgData name="Guillaume Saint-Pierre" userId="ab4a63aca6b51c61" providerId="LiveId" clId="{BE8D0D60-8C36-F34B-A741-E0CA1BE99B02}" dt="2025-05-28T13:38:50.526" v="344" actId="1076"/>
          <ac:spMkLst>
            <pc:docMk/>
            <pc:sldMk cId="1891729176" sldId="394"/>
            <ac:spMk id="12" creationId="{C0CFCDF3-06B4-2275-E691-05E667E592B6}"/>
          </ac:spMkLst>
        </pc:spChg>
        <pc:spChg chg="add mod">
          <ac:chgData name="Guillaume Saint-Pierre" userId="ab4a63aca6b51c61" providerId="LiveId" clId="{BE8D0D60-8C36-F34B-A741-E0CA1BE99B02}" dt="2025-05-28T18:34:04.702" v="2981"/>
          <ac:spMkLst>
            <pc:docMk/>
            <pc:sldMk cId="1891729176" sldId="394"/>
            <ac:spMk id="13" creationId="{FFEA1F78-7206-FB8D-F2F3-660A4870387F}"/>
          </ac:spMkLst>
        </pc:spChg>
        <pc:graphicFrameChg chg="add mod">
          <ac:chgData name="Guillaume Saint-Pierre" userId="ab4a63aca6b51c61" providerId="LiveId" clId="{BE8D0D60-8C36-F34B-A741-E0CA1BE99B02}" dt="2025-05-28T13:38:50.526" v="344" actId="1076"/>
          <ac:graphicFrameMkLst>
            <pc:docMk/>
            <pc:sldMk cId="1891729176" sldId="394"/>
            <ac:graphicFrameMk id="10" creationId="{9A5E68A7-1C9C-6015-BA91-EEB332664EA9}"/>
          </ac:graphicFrameMkLst>
        </pc:graphicFrameChg>
        <pc:picChg chg="mod">
          <ac:chgData name="Guillaume Saint-Pierre" userId="ab4a63aca6b51c61" providerId="LiveId" clId="{BE8D0D60-8C36-F34B-A741-E0CA1BE99B02}" dt="2025-05-28T13:38:54.757" v="345" actId="1076"/>
          <ac:picMkLst>
            <pc:docMk/>
            <pc:sldMk cId="1891729176" sldId="394"/>
            <ac:picMk id="2050" creationId="{C192FD82-7121-3412-F258-9C50EDFAB24C}"/>
          </ac:picMkLst>
        </pc:picChg>
      </pc:sldChg>
      <pc:sldChg chg="addSp modSp">
        <pc:chgData name="Guillaume Saint-Pierre" userId="ab4a63aca6b51c61" providerId="LiveId" clId="{BE8D0D60-8C36-F34B-A741-E0CA1BE99B02}" dt="2025-05-31T11:41:57.937" v="6266"/>
        <pc:sldMkLst>
          <pc:docMk/>
          <pc:sldMk cId="1913411794" sldId="395"/>
        </pc:sldMkLst>
        <pc:picChg chg="add mod">
          <ac:chgData name="Guillaume Saint-Pierre" userId="ab4a63aca6b51c61" providerId="LiveId" clId="{BE8D0D60-8C36-F34B-A741-E0CA1BE99B02}" dt="2025-05-31T11:41:57.937" v="6266"/>
          <ac:picMkLst>
            <pc:docMk/>
            <pc:sldMk cId="1913411794" sldId="395"/>
            <ac:picMk id="8" creationId="{89333B7E-27D7-3606-D7AF-5B77150DCCEE}"/>
          </ac:picMkLst>
        </pc:picChg>
      </pc:sldChg>
      <pc:sldChg chg="modSp mod">
        <pc:chgData name="Guillaume Saint-Pierre" userId="ab4a63aca6b51c61" providerId="LiveId" clId="{BE8D0D60-8C36-F34B-A741-E0CA1BE99B02}" dt="2025-05-30T20:13:17.659" v="5028" actId="1036"/>
        <pc:sldMkLst>
          <pc:docMk/>
          <pc:sldMk cId="2802463408" sldId="397"/>
        </pc:sldMkLst>
        <pc:picChg chg="mod">
          <ac:chgData name="Guillaume Saint-Pierre" userId="ab4a63aca6b51c61" providerId="LiveId" clId="{BE8D0D60-8C36-F34B-A741-E0CA1BE99B02}" dt="2025-05-30T20:13:17.659" v="5028" actId="1036"/>
          <ac:picMkLst>
            <pc:docMk/>
            <pc:sldMk cId="2802463408" sldId="397"/>
            <ac:picMk id="7" creationId="{2E9455AE-CC92-3688-E97C-401A2105F4E2}"/>
          </ac:picMkLst>
        </pc:picChg>
      </pc:sldChg>
      <pc:sldChg chg="addSp delSp modSp mod">
        <pc:chgData name="Guillaume Saint-Pierre" userId="ab4a63aca6b51c61" providerId="LiveId" clId="{BE8D0D60-8C36-F34B-A741-E0CA1BE99B02}" dt="2025-05-28T18:35:21.954" v="3001" actId="14100"/>
        <pc:sldMkLst>
          <pc:docMk/>
          <pc:sldMk cId="4236509820" sldId="398"/>
        </pc:sldMkLst>
        <pc:spChg chg="mod">
          <ac:chgData name="Guillaume Saint-Pierre" userId="ab4a63aca6b51c61" providerId="LiveId" clId="{BE8D0D60-8C36-F34B-A741-E0CA1BE99B02}" dt="2025-05-28T18:35:21.954" v="3001" actId="14100"/>
          <ac:spMkLst>
            <pc:docMk/>
            <pc:sldMk cId="4236509820" sldId="398"/>
            <ac:spMk id="3" creationId="{6C39387F-5133-8D2C-6BB2-22DCA21471B3}"/>
          </ac:spMkLst>
        </pc:spChg>
        <pc:spChg chg="add mod">
          <ac:chgData name="Guillaume Saint-Pierre" userId="ab4a63aca6b51c61" providerId="LiveId" clId="{BE8D0D60-8C36-F34B-A741-E0CA1BE99B02}" dt="2025-05-28T13:31:48.304" v="221" actId="1076"/>
          <ac:spMkLst>
            <pc:docMk/>
            <pc:sldMk cId="4236509820" sldId="398"/>
            <ac:spMk id="5" creationId="{BC29BD08-C7E3-FA74-48D0-739FA1FE0765}"/>
          </ac:spMkLst>
        </pc:spChg>
        <pc:spChg chg="add mod">
          <ac:chgData name="Guillaume Saint-Pierre" userId="ab4a63aca6b51c61" providerId="LiveId" clId="{BE8D0D60-8C36-F34B-A741-E0CA1BE99B02}" dt="2025-05-28T13:49:23.737" v="375" actId="1076"/>
          <ac:spMkLst>
            <pc:docMk/>
            <pc:sldMk cId="4236509820" sldId="398"/>
            <ac:spMk id="11" creationId="{D8E830AB-C3D2-7472-41C0-85B4597F65F5}"/>
          </ac:spMkLst>
        </pc:spChg>
        <pc:graphicFrameChg chg="add mod modGraphic">
          <ac:chgData name="Guillaume Saint-Pierre" userId="ab4a63aca6b51c61" providerId="LiveId" clId="{BE8D0D60-8C36-F34B-A741-E0CA1BE99B02}" dt="2025-05-28T13:49:30.958" v="379" actId="20577"/>
          <ac:graphicFrameMkLst>
            <pc:docMk/>
            <pc:sldMk cId="4236509820" sldId="398"/>
            <ac:graphicFrameMk id="10" creationId="{CEAB487C-E9D2-9444-6F47-32487964DEF6}"/>
          </ac:graphicFrameMkLst>
        </pc:graphicFrameChg>
        <pc:picChg chg="mod">
          <ac:chgData name="Guillaume Saint-Pierre" userId="ab4a63aca6b51c61" providerId="LiveId" clId="{BE8D0D60-8C36-F34B-A741-E0CA1BE99B02}" dt="2025-05-28T13:49:27.694" v="377" actId="1076"/>
          <ac:picMkLst>
            <pc:docMk/>
            <pc:sldMk cId="4236509820" sldId="398"/>
            <ac:picMk id="6146" creationId="{5234A295-0A51-ECC8-7561-3028A6D070F7}"/>
          </ac:picMkLst>
        </pc:picChg>
      </pc:sldChg>
      <pc:sldChg chg="addSp delSp modSp mod">
        <pc:chgData name="Guillaume Saint-Pierre" userId="ab4a63aca6b51c61" providerId="LiveId" clId="{BE8D0D60-8C36-F34B-A741-E0CA1BE99B02}" dt="2025-05-28T18:35:02.096" v="2994"/>
        <pc:sldMkLst>
          <pc:docMk/>
          <pc:sldMk cId="1528781848" sldId="399"/>
        </pc:sldMkLst>
        <pc:spChg chg="mod">
          <ac:chgData name="Guillaume Saint-Pierre" userId="ab4a63aca6b51c61" providerId="LiveId" clId="{BE8D0D60-8C36-F34B-A741-E0CA1BE99B02}" dt="2025-05-28T13:48:35.373" v="372" actId="1076"/>
          <ac:spMkLst>
            <pc:docMk/>
            <pc:sldMk cId="1528781848" sldId="399"/>
            <ac:spMk id="2" creationId="{DB9175BC-5839-31D8-F5C2-66AC0E0B408A}"/>
          </ac:spMkLst>
        </pc:spChg>
        <pc:spChg chg="add mod">
          <ac:chgData name="Guillaume Saint-Pierre" userId="ab4a63aca6b51c61" providerId="LiveId" clId="{BE8D0D60-8C36-F34B-A741-E0CA1BE99B02}" dt="2025-05-28T13:48:28.415" v="370" actId="1076"/>
          <ac:spMkLst>
            <pc:docMk/>
            <pc:sldMk cId="1528781848" sldId="399"/>
            <ac:spMk id="5" creationId="{D9E88DF1-0F8D-72DE-F815-78CCAA0022D7}"/>
          </ac:spMkLst>
        </pc:spChg>
        <pc:spChg chg="add mod">
          <ac:chgData name="Guillaume Saint-Pierre" userId="ab4a63aca6b51c61" providerId="LiveId" clId="{BE8D0D60-8C36-F34B-A741-E0CA1BE99B02}" dt="2025-05-28T18:35:02.096" v="2994"/>
          <ac:spMkLst>
            <pc:docMk/>
            <pc:sldMk cId="1528781848" sldId="399"/>
            <ac:spMk id="7" creationId="{91872958-DC1E-0001-B68E-343775C264DB}"/>
          </ac:spMkLst>
        </pc:spChg>
        <pc:graphicFrameChg chg="add mod">
          <ac:chgData name="Guillaume Saint-Pierre" userId="ab4a63aca6b51c61" providerId="LiveId" clId="{BE8D0D60-8C36-F34B-A741-E0CA1BE99B02}" dt="2025-05-28T13:48:28.415" v="370" actId="1076"/>
          <ac:graphicFrameMkLst>
            <pc:docMk/>
            <pc:sldMk cId="1528781848" sldId="399"/>
            <ac:graphicFrameMk id="4" creationId="{B7C1936D-F9CE-5868-0954-7DB74BC6A0A2}"/>
          </ac:graphicFrameMkLst>
        </pc:graphicFrameChg>
        <pc:picChg chg="mod">
          <ac:chgData name="Guillaume Saint-Pierre" userId="ab4a63aca6b51c61" providerId="LiveId" clId="{BE8D0D60-8C36-F34B-A741-E0CA1BE99B02}" dt="2025-05-28T13:48:31.211" v="371" actId="1076"/>
          <ac:picMkLst>
            <pc:docMk/>
            <pc:sldMk cId="1528781848" sldId="399"/>
            <ac:picMk id="7170" creationId="{35B62FD4-D1FE-8D5B-C8DD-F149BDEBA5D7}"/>
          </ac:picMkLst>
        </pc:picChg>
      </pc:sldChg>
      <pc:sldChg chg="addSp delSp modSp mod">
        <pc:chgData name="Guillaume Saint-Pierre" userId="ab4a63aca6b51c61" providerId="LiveId" clId="{BE8D0D60-8C36-F34B-A741-E0CA1BE99B02}" dt="2025-05-28T18:35:24.777" v="3002"/>
        <pc:sldMkLst>
          <pc:docMk/>
          <pc:sldMk cId="727842855" sldId="400"/>
        </pc:sldMkLst>
        <pc:spChg chg="mod">
          <ac:chgData name="Guillaume Saint-Pierre" userId="ab4a63aca6b51c61" providerId="LiveId" clId="{BE8D0D60-8C36-F34B-A741-E0CA1BE99B02}" dt="2025-05-28T13:50:30.312" v="384" actId="1076"/>
          <ac:spMkLst>
            <pc:docMk/>
            <pc:sldMk cId="727842855" sldId="400"/>
            <ac:spMk id="2" creationId="{163E9256-9246-31E6-43BB-1CD51B573E18}"/>
          </ac:spMkLst>
        </pc:spChg>
        <pc:spChg chg="add mod">
          <ac:chgData name="Guillaume Saint-Pierre" userId="ab4a63aca6b51c61" providerId="LiveId" clId="{BE8D0D60-8C36-F34B-A741-E0CA1BE99B02}" dt="2025-05-28T13:50:21.412" v="382" actId="1076"/>
          <ac:spMkLst>
            <pc:docMk/>
            <pc:sldMk cId="727842855" sldId="400"/>
            <ac:spMk id="4" creationId="{22077BF9-C9F3-22EC-9403-FE320771366A}"/>
          </ac:spMkLst>
        </pc:spChg>
        <pc:spChg chg="add mod">
          <ac:chgData name="Guillaume Saint-Pierre" userId="ab4a63aca6b51c61" providerId="LiveId" clId="{BE8D0D60-8C36-F34B-A741-E0CA1BE99B02}" dt="2025-05-28T18:35:24.777" v="3002"/>
          <ac:spMkLst>
            <pc:docMk/>
            <pc:sldMk cId="727842855" sldId="400"/>
            <ac:spMk id="5" creationId="{2BE9B809-E81E-DFE5-332C-081CD6033411}"/>
          </ac:spMkLst>
        </pc:spChg>
        <pc:graphicFrameChg chg="add mod">
          <ac:chgData name="Guillaume Saint-Pierre" userId="ab4a63aca6b51c61" providerId="LiveId" clId="{BE8D0D60-8C36-F34B-A741-E0CA1BE99B02}" dt="2025-05-28T13:50:21.412" v="382" actId="1076"/>
          <ac:graphicFrameMkLst>
            <pc:docMk/>
            <pc:sldMk cId="727842855" sldId="400"/>
            <ac:graphicFrameMk id="3" creationId="{26AD72B7-B603-C47D-9842-B1E46B414B2E}"/>
          </ac:graphicFrameMkLst>
        </pc:graphicFrameChg>
        <pc:picChg chg="mod">
          <ac:chgData name="Guillaume Saint-Pierre" userId="ab4a63aca6b51c61" providerId="LiveId" clId="{BE8D0D60-8C36-F34B-A741-E0CA1BE99B02}" dt="2025-05-28T13:50:27.500" v="383" actId="1076"/>
          <ac:picMkLst>
            <pc:docMk/>
            <pc:sldMk cId="727842855" sldId="400"/>
            <ac:picMk id="8194" creationId="{69D95DA2-4512-CEF5-9E2F-E28A815835FC}"/>
          </ac:picMkLst>
        </pc:picChg>
      </pc:sldChg>
      <pc:sldChg chg="addSp delSp modSp mod">
        <pc:chgData name="Guillaume Saint-Pierre" userId="ab4a63aca6b51c61" providerId="LiveId" clId="{BE8D0D60-8C36-F34B-A741-E0CA1BE99B02}" dt="2025-05-28T18:35:34.170" v="3005" actId="1076"/>
        <pc:sldMkLst>
          <pc:docMk/>
          <pc:sldMk cId="1663623016" sldId="401"/>
        </pc:sldMkLst>
        <pc:spChg chg="mod">
          <ac:chgData name="Guillaume Saint-Pierre" userId="ab4a63aca6b51c61" providerId="LiveId" clId="{BE8D0D60-8C36-F34B-A741-E0CA1BE99B02}" dt="2025-05-28T18:35:34.170" v="3005" actId="1076"/>
          <ac:spMkLst>
            <pc:docMk/>
            <pc:sldMk cId="1663623016" sldId="401"/>
            <ac:spMk id="2" creationId="{5925DC34-5A62-C1B3-3D02-D5F809395585}"/>
          </ac:spMkLst>
        </pc:spChg>
        <pc:spChg chg="add mod">
          <ac:chgData name="Guillaume Saint-Pierre" userId="ab4a63aca6b51c61" providerId="LiveId" clId="{BE8D0D60-8C36-F34B-A741-E0CA1BE99B02}" dt="2025-05-28T13:53:02.866" v="387" actId="1076"/>
          <ac:spMkLst>
            <pc:docMk/>
            <pc:sldMk cId="1663623016" sldId="401"/>
            <ac:spMk id="10" creationId="{D9D1E0C5-B6C7-ADD5-65F2-94F28F6B6762}"/>
          </ac:spMkLst>
        </pc:spChg>
        <pc:spChg chg="add mod">
          <ac:chgData name="Guillaume Saint-Pierre" userId="ab4a63aca6b51c61" providerId="LiveId" clId="{BE8D0D60-8C36-F34B-A741-E0CA1BE99B02}" dt="2025-05-28T18:35:27.085" v="3003"/>
          <ac:spMkLst>
            <pc:docMk/>
            <pc:sldMk cId="1663623016" sldId="401"/>
            <ac:spMk id="14" creationId="{006F8E6C-CA1A-4597-0D69-BAF6245128A3}"/>
          </ac:spMkLst>
        </pc:spChg>
        <pc:graphicFrameChg chg="add mod">
          <ac:chgData name="Guillaume Saint-Pierre" userId="ab4a63aca6b51c61" providerId="LiveId" clId="{BE8D0D60-8C36-F34B-A741-E0CA1BE99B02}" dt="2025-05-28T18:35:31.597" v="3004" actId="1076"/>
          <ac:graphicFrameMkLst>
            <pc:docMk/>
            <pc:sldMk cId="1663623016" sldId="401"/>
            <ac:graphicFrameMk id="5" creationId="{824BC449-8140-F70B-7753-87A5B919B12B}"/>
          </ac:graphicFrameMkLst>
        </pc:graphicFrameChg>
        <pc:picChg chg="mod">
          <ac:chgData name="Guillaume Saint-Pierre" userId="ab4a63aca6b51c61" providerId="LiveId" clId="{BE8D0D60-8C36-F34B-A741-E0CA1BE99B02}" dt="2025-05-28T13:57:53.003" v="417" actId="1076"/>
          <ac:picMkLst>
            <pc:docMk/>
            <pc:sldMk cId="1663623016" sldId="401"/>
            <ac:picMk id="7" creationId="{CD508E81-544C-CBB1-A01C-D9706AF4B914}"/>
          </ac:picMkLst>
        </pc:picChg>
        <pc:picChg chg="mod">
          <ac:chgData name="Guillaume Saint-Pierre" userId="ab4a63aca6b51c61" providerId="LiveId" clId="{BE8D0D60-8C36-F34B-A741-E0CA1BE99B02}" dt="2025-05-28T13:57:51.102" v="416" actId="1076"/>
          <ac:picMkLst>
            <pc:docMk/>
            <pc:sldMk cId="1663623016" sldId="401"/>
            <ac:picMk id="9218" creationId="{1A12F0A1-8723-9C20-FD63-9EF4022D8ECF}"/>
          </ac:picMkLst>
        </pc:picChg>
      </pc:sldChg>
      <pc:sldChg chg="addSp delSp modSp mod">
        <pc:chgData name="Guillaume Saint-Pierre" userId="ab4a63aca6b51c61" providerId="LiveId" clId="{BE8D0D60-8C36-F34B-A741-E0CA1BE99B02}" dt="2025-05-28T18:35:54.503" v="3013" actId="14100"/>
        <pc:sldMkLst>
          <pc:docMk/>
          <pc:sldMk cId="3399983126" sldId="402"/>
        </pc:sldMkLst>
        <pc:spChg chg="mod">
          <ac:chgData name="Guillaume Saint-Pierre" userId="ab4a63aca6b51c61" providerId="LiveId" clId="{BE8D0D60-8C36-F34B-A741-E0CA1BE99B02}" dt="2025-05-28T13:56:40.462" v="407" actId="1076"/>
          <ac:spMkLst>
            <pc:docMk/>
            <pc:sldMk cId="3399983126" sldId="402"/>
            <ac:spMk id="2" creationId="{2EC414D7-EA3F-3A74-F866-486CABA80A80}"/>
          </ac:spMkLst>
        </pc:spChg>
        <pc:spChg chg="mod">
          <ac:chgData name="Guillaume Saint-Pierre" userId="ab4a63aca6b51c61" providerId="LiveId" clId="{BE8D0D60-8C36-F34B-A741-E0CA1BE99B02}" dt="2025-05-28T18:35:54.503" v="3013" actId="14100"/>
          <ac:spMkLst>
            <pc:docMk/>
            <pc:sldMk cId="3399983126" sldId="402"/>
            <ac:spMk id="3" creationId="{78F227C7-73AB-0223-7286-DE7BEB40B738}"/>
          </ac:spMkLst>
        </pc:spChg>
        <pc:spChg chg="add mod">
          <ac:chgData name="Guillaume Saint-Pierre" userId="ab4a63aca6b51c61" providerId="LiveId" clId="{BE8D0D60-8C36-F34B-A741-E0CA1BE99B02}" dt="2025-05-28T13:55:32.307" v="397" actId="1076"/>
          <ac:spMkLst>
            <pc:docMk/>
            <pc:sldMk cId="3399983126" sldId="402"/>
            <ac:spMk id="10" creationId="{A0ED5988-E0C7-5DE5-EACC-33E668A911AA}"/>
          </ac:spMkLst>
        </pc:spChg>
        <pc:graphicFrameChg chg="add mod">
          <ac:chgData name="Guillaume Saint-Pierre" userId="ab4a63aca6b51c61" providerId="LiveId" clId="{BE8D0D60-8C36-F34B-A741-E0CA1BE99B02}" dt="2025-05-28T13:56:36.960" v="406" actId="1076"/>
          <ac:graphicFrameMkLst>
            <pc:docMk/>
            <pc:sldMk cId="3399983126" sldId="402"/>
            <ac:graphicFrameMk id="7" creationId="{D640C750-4361-97C7-FCFE-4662DC26A6DC}"/>
          </ac:graphicFrameMkLst>
        </pc:graphicFrameChg>
        <pc:picChg chg="add mod">
          <ac:chgData name="Guillaume Saint-Pierre" userId="ab4a63aca6b51c61" providerId="LiveId" clId="{BE8D0D60-8C36-F34B-A741-E0CA1BE99B02}" dt="2025-05-28T13:56:48.259" v="409" actId="1076"/>
          <ac:picMkLst>
            <pc:docMk/>
            <pc:sldMk cId="3399983126" sldId="402"/>
            <ac:picMk id="12" creationId="{199CA65E-7729-CFB1-4EE6-06CADE99BA26}"/>
          </ac:picMkLst>
        </pc:picChg>
        <pc:picChg chg="mod">
          <ac:chgData name="Guillaume Saint-Pierre" userId="ab4a63aca6b51c61" providerId="LiveId" clId="{BE8D0D60-8C36-F34B-A741-E0CA1BE99B02}" dt="2025-05-28T13:55:41.753" v="400" actId="1076"/>
          <ac:picMkLst>
            <pc:docMk/>
            <pc:sldMk cId="3399983126" sldId="402"/>
            <ac:picMk id="15362" creationId="{214ABBEB-1D51-CD0C-8D0D-165070D3F851}"/>
          </ac:picMkLst>
        </pc:picChg>
      </pc:sldChg>
      <pc:sldChg chg="modSp del mod">
        <pc:chgData name="Guillaume Saint-Pierre" userId="ab4a63aca6b51c61" providerId="LiveId" clId="{BE8D0D60-8C36-F34B-A741-E0CA1BE99B02}" dt="2025-05-30T09:24:58.692" v="3678" actId="2696"/>
        <pc:sldMkLst>
          <pc:docMk/>
          <pc:sldMk cId="888606668" sldId="403"/>
        </pc:sldMkLst>
        <pc:graphicFrameChg chg="modGraphic">
          <ac:chgData name="Guillaume Saint-Pierre" userId="ab4a63aca6b51c61" providerId="LiveId" clId="{BE8D0D60-8C36-F34B-A741-E0CA1BE99B02}" dt="2025-05-30T09:24:54.430" v="3677" actId="6549"/>
          <ac:graphicFrameMkLst>
            <pc:docMk/>
            <pc:sldMk cId="888606668" sldId="403"/>
            <ac:graphicFrameMk id="7" creationId="{8899379F-74E1-CA21-B980-21772EB227D6}"/>
          </ac:graphicFrameMkLst>
        </pc:graphicFrameChg>
      </pc:sldChg>
      <pc:sldChg chg="modSp mod">
        <pc:chgData name="Guillaume Saint-Pierre" userId="ab4a63aca6b51c61" providerId="LiveId" clId="{BE8D0D60-8C36-F34B-A741-E0CA1BE99B02}" dt="2025-05-30T09:24:45.775" v="3676" actId="20577"/>
        <pc:sldMkLst>
          <pc:docMk/>
          <pc:sldMk cId="1170744468" sldId="404"/>
        </pc:sldMkLst>
        <pc:spChg chg="mod">
          <ac:chgData name="Guillaume Saint-Pierre" userId="ab4a63aca6b51c61" providerId="LiveId" clId="{BE8D0D60-8C36-F34B-A741-E0CA1BE99B02}" dt="2025-05-30T09:24:45.775" v="3676" actId="20577"/>
          <ac:spMkLst>
            <pc:docMk/>
            <pc:sldMk cId="1170744468" sldId="404"/>
            <ac:spMk id="2" creationId="{03D3CD2C-4C59-43E8-2B81-6D6DC3289277}"/>
          </ac:spMkLst>
        </pc:spChg>
      </pc:sldChg>
      <pc:sldChg chg="addSp delSp modSp mod ord">
        <pc:chgData name="Guillaume Saint-Pierre" userId="ab4a63aca6b51c61" providerId="LiveId" clId="{BE8D0D60-8C36-F34B-A741-E0CA1BE99B02}" dt="2025-05-31T12:02:10.623" v="6608" actId="20577"/>
        <pc:sldMkLst>
          <pc:docMk/>
          <pc:sldMk cId="558198067" sldId="405"/>
        </pc:sldMkLst>
        <pc:spChg chg="add del mod">
          <ac:chgData name="Guillaume Saint-Pierre" userId="ab4a63aca6b51c61" providerId="LiveId" clId="{BE8D0D60-8C36-F34B-A741-E0CA1BE99B02}" dt="2025-05-31T09:05:34.288" v="5786" actId="20577"/>
          <ac:spMkLst>
            <pc:docMk/>
            <pc:sldMk cId="558198067" sldId="405"/>
            <ac:spMk id="2" creationId="{26856B6A-ACC7-E72C-D521-78A963936563}"/>
          </ac:spMkLst>
        </pc:spChg>
        <pc:spChg chg="mod">
          <ac:chgData name="Guillaume Saint-Pierre" userId="ab4a63aca6b51c61" providerId="LiveId" clId="{BE8D0D60-8C36-F34B-A741-E0CA1BE99B02}" dt="2025-05-31T09:05:32.930" v="5784" actId="20577"/>
          <ac:spMkLst>
            <pc:docMk/>
            <pc:sldMk cId="558198067" sldId="405"/>
            <ac:spMk id="3" creationId="{AA81B284-9AD9-0156-F22D-5B7BB42BB813}"/>
          </ac:spMkLst>
        </pc:spChg>
        <pc:spChg chg="add mod">
          <ac:chgData name="Guillaume Saint-Pierre" userId="ab4a63aca6b51c61" providerId="LiveId" clId="{BE8D0D60-8C36-F34B-A741-E0CA1BE99B02}" dt="2025-05-31T11:45:03.717" v="6304" actId="20577"/>
          <ac:spMkLst>
            <pc:docMk/>
            <pc:sldMk cId="558198067" sldId="405"/>
            <ac:spMk id="4" creationId="{FE124176-5A03-69E6-4B5A-57F08B3AC344}"/>
          </ac:spMkLst>
        </pc:spChg>
        <pc:spChg chg="add mod">
          <ac:chgData name="Guillaume Saint-Pierre" userId="ab4a63aca6b51c61" providerId="LiveId" clId="{BE8D0D60-8C36-F34B-A741-E0CA1BE99B02}" dt="2025-05-31T12:01:53.953" v="6597" actId="1076"/>
          <ac:spMkLst>
            <pc:docMk/>
            <pc:sldMk cId="558198067" sldId="405"/>
            <ac:spMk id="11" creationId="{F34B25CA-038A-A0A1-BB40-B41C99E50A88}"/>
          </ac:spMkLst>
        </pc:spChg>
        <pc:spChg chg="add del">
          <ac:chgData name="Guillaume Saint-Pierre" userId="ab4a63aca6b51c61" providerId="LiveId" clId="{BE8D0D60-8C36-F34B-A741-E0CA1BE99B02}" dt="2025-05-31T12:02:00.350" v="6599" actId="22"/>
          <ac:spMkLst>
            <pc:docMk/>
            <pc:sldMk cId="558198067" sldId="405"/>
            <ac:spMk id="14" creationId="{D7748707-5A94-955A-0A0C-53F1172DC345}"/>
          </ac:spMkLst>
        </pc:spChg>
        <pc:spChg chg="add mod">
          <ac:chgData name="Guillaume Saint-Pierre" userId="ab4a63aca6b51c61" providerId="LiveId" clId="{BE8D0D60-8C36-F34B-A741-E0CA1BE99B02}" dt="2025-05-31T12:02:10.623" v="6608" actId="20577"/>
          <ac:spMkLst>
            <pc:docMk/>
            <pc:sldMk cId="558198067" sldId="405"/>
            <ac:spMk id="15" creationId="{008BDD2D-8062-FE2E-2668-32F0CB451CFF}"/>
          </ac:spMkLst>
        </pc:spChg>
        <pc:spChg chg="add mod">
          <ac:chgData name="Guillaume Saint-Pierre" userId="ab4a63aca6b51c61" providerId="LiveId" clId="{BE8D0D60-8C36-F34B-A741-E0CA1BE99B02}" dt="2025-05-31T09:05:35.873" v="5788" actId="20577"/>
          <ac:spMkLst>
            <pc:docMk/>
            <pc:sldMk cId="558198067" sldId="405"/>
            <ac:spMk id="20" creationId="{291A03E3-E821-5C87-D203-4F467D1903E8}"/>
          </ac:spMkLst>
        </pc:spChg>
        <pc:spChg chg="add mod">
          <ac:chgData name="Guillaume Saint-Pierre" userId="ab4a63aca6b51c61" providerId="LiveId" clId="{BE8D0D60-8C36-F34B-A741-E0CA1BE99B02}" dt="2025-05-28T14:53:30.461" v="900" actId="1076"/>
          <ac:spMkLst>
            <pc:docMk/>
            <pc:sldMk cId="558198067" sldId="405"/>
            <ac:spMk id="21" creationId="{2C37371D-513D-E894-EF86-5BE5B2E03536}"/>
          </ac:spMkLst>
        </pc:spChg>
        <pc:spChg chg="add mod">
          <ac:chgData name="Guillaume Saint-Pierre" userId="ab4a63aca6b51c61" providerId="LiveId" clId="{BE8D0D60-8C36-F34B-A741-E0CA1BE99B02}" dt="2025-05-28T14:56:24.751" v="948" actId="1076"/>
          <ac:spMkLst>
            <pc:docMk/>
            <pc:sldMk cId="558198067" sldId="405"/>
            <ac:spMk id="26" creationId="{3DBEE99A-D475-6E46-654B-A6A6A6ED2606}"/>
          </ac:spMkLst>
        </pc:spChg>
        <pc:spChg chg="add mod">
          <ac:chgData name="Guillaume Saint-Pierre" userId="ab4a63aca6b51c61" providerId="LiveId" clId="{BE8D0D60-8C36-F34B-A741-E0CA1BE99B02}" dt="2025-05-28T14:55:47.496" v="920"/>
          <ac:spMkLst>
            <pc:docMk/>
            <pc:sldMk cId="558198067" sldId="405"/>
            <ac:spMk id="27" creationId="{329CCE43-BA8D-4FF8-3BC2-69A21C09B1FE}"/>
          </ac:spMkLst>
        </pc:spChg>
        <pc:spChg chg="add mod">
          <ac:chgData name="Guillaume Saint-Pierre" userId="ab4a63aca6b51c61" providerId="LiveId" clId="{BE8D0D60-8C36-F34B-A741-E0CA1BE99B02}" dt="2025-05-28T14:56:19.718" v="946" actId="1076"/>
          <ac:spMkLst>
            <pc:docMk/>
            <pc:sldMk cId="558198067" sldId="405"/>
            <ac:spMk id="29" creationId="{E4BFE276-05EE-2761-2A2C-663D067AD6F4}"/>
          </ac:spMkLst>
        </pc:spChg>
        <pc:spChg chg="add mod">
          <ac:chgData name="Guillaume Saint-Pierre" userId="ab4a63aca6b51c61" providerId="LiveId" clId="{BE8D0D60-8C36-F34B-A741-E0CA1BE99B02}" dt="2025-05-28T14:57:27.352" v="972" actId="1076"/>
          <ac:spMkLst>
            <pc:docMk/>
            <pc:sldMk cId="558198067" sldId="405"/>
            <ac:spMk id="34" creationId="{4AAFF6F9-C3E4-1F51-4465-54E5F500F139}"/>
          </ac:spMkLst>
        </pc:spChg>
        <pc:spChg chg="add mod">
          <ac:chgData name="Guillaume Saint-Pierre" userId="ab4a63aca6b51c61" providerId="LiveId" clId="{BE8D0D60-8C36-F34B-A741-E0CA1BE99B02}" dt="2025-05-28T14:57:36.310" v="975" actId="14100"/>
          <ac:spMkLst>
            <pc:docMk/>
            <pc:sldMk cId="558198067" sldId="405"/>
            <ac:spMk id="35" creationId="{60405F57-424C-7AF2-833F-4B11634A2C96}"/>
          </ac:spMkLst>
        </pc:spChg>
        <pc:picChg chg="add mod">
          <ac:chgData name="Guillaume Saint-Pierre" userId="ab4a63aca6b51c61" providerId="LiveId" clId="{BE8D0D60-8C36-F34B-A741-E0CA1BE99B02}" dt="2025-05-31T12:01:31.048" v="6585" actId="1076"/>
          <ac:picMkLst>
            <pc:docMk/>
            <pc:sldMk cId="558198067" sldId="405"/>
            <ac:picMk id="7" creationId="{E686C232-E277-BC83-5F0C-7D84828F9B51}"/>
          </ac:picMkLst>
        </pc:picChg>
        <pc:picChg chg="add del mod">
          <ac:chgData name="Guillaume Saint-Pierre" userId="ab4a63aca6b51c61" providerId="LiveId" clId="{BE8D0D60-8C36-F34B-A741-E0CA1BE99B02}" dt="2025-05-28T14:51:59.422" v="886" actId="1076"/>
          <ac:picMkLst>
            <pc:docMk/>
            <pc:sldMk cId="558198067" sldId="405"/>
            <ac:picMk id="13" creationId="{AD404C96-C744-61FE-8E84-C6D43285B204}"/>
          </ac:picMkLst>
        </pc:picChg>
        <pc:picChg chg="add mod">
          <ac:chgData name="Guillaume Saint-Pierre" userId="ab4a63aca6b51c61" providerId="LiveId" clId="{BE8D0D60-8C36-F34B-A741-E0CA1BE99B02}" dt="2025-05-28T14:52:02.995" v="887" actId="1076"/>
          <ac:picMkLst>
            <pc:docMk/>
            <pc:sldMk cId="558198067" sldId="405"/>
            <ac:picMk id="16" creationId="{22BF358F-5D4B-DB6D-AE40-9726B406A240}"/>
          </ac:picMkLst>
        </pc:picChg>
        <pc:picChg chg="add mod">
          <ac:chgData name="Guillaume Saint-Pierre" userId="ab4a63aca6b51c61" providerId="LiveId" clId="{BE8D0D60-8C36-F34B-A741-E0CA1BE99B02}" dt="2025-05-28T14:56:21.750" v="947" actId="1076"/>
          <ac:picMkLst>
            <pc:docMk/>
            <pc:sldMk cId="558198067" sldId="405"/>
            <ac:picMk id="25" creationId="{25A52060-3417-6901-3684-E98606D6A414}"/>
          </ac:picMkLst>
        </pc:picChg>
        <pc:picChg chg="add mod">
          <ac:chgData name="Guillaume Saint-Pierre" userId="ab4a63aca6b51c61" providerId="LiveId" clId="{BE8D0D60-8C36-F34B-A741-E0CA1BE99B02}" dt="2025-05-28T14:57:13.401" v="969" actId="1076"/>
          <ac:picMkLst>
            <pc:docMk/>
            <pc:sldMk cId="558198067" sldId="405"/>
            <ac:picMk id="31" creationId="{C9E593D2-70A0-A9D5-E661-D2E3842E184F}"/>
          </ac:picMkLst>
        </pc:picChg>
        <pc:picChg chg="add mod">
          <ac:chgData name="Guillaume Saint-Pierre" userId="ab4a63aca6b51c61" providerId="LiveId" clId="{BE8D0D60-8C36-F34B-A741-E0CA1BE99B02}" dt="2025-05-28T14:56:56.542" v="962" actId="1076"/>
          <ac:picMkLst>
            <pc:docMk/>
            <pc:sldMk cId="558198067" sldId="405"/>
            <ac:picMk id="33" creationId="{0EB81A71-655B-7680-C6C8-EA51AD87E35E}"/>
          </ac:picMkLst>
        </pc:picChg>
      </pc:sldChg>
      <pc:sldChg chg="addSp delSp modSp mod ord">
        <pc:chgData name="Guillaume Saint-Pierre" userId="ab4a63aca6b51c61" providerId="LiveId" clId="{BE8D0D60-8C36-F34B-A741-E0CA1BE99B02}" dt="2025-05-31T11:45:15.670" v="6305"/>
        <pc:sldMkLst>
          <pc:docMk/>
          <pc:sldMk cId="2730616348" sldId="407"/>
        </pc:sldMkLst>
        <pc:spChg chg="mod">
          <ac:chgData name="Guillaume Saint-Pierre" userId="ab4a63aca6b51c61" providerId="LiveId" clId="{BE8D0D60-8C36-F34B-A741-E0CA1BE99B02}" dt="2025-05-30T10:14:11.041" v="3773" actId="20577"/>
          <ac:spMkLst>
            <pc:docMk/>
            <pc:sldMk cId="2730616348" sldId="407"/>
            <ac:spMk id="2" creationId="{7E16C9DF-741F-E98B-7609-82775EA58CFC}"/>
          </ac:spMkLst>
        </pc:spChg>
        <pc:spChg chg="add mod">
          <ac:chgData name="Guillaume Saint-Pierre" userId="ab4a63aca6b51c61" providerId="LiveId" clId="{BE8D0D60-8C36-F34B-A741-E0CA1BE99B02}" dt="2025-05-31T11:45:15.670" v="6305"/>
          <ac:spMkLst>
            <pc:docMk/>
            <pc:sldMk cId="2730616348" sldId="407"/>
            <ac:spMk id="3" creationId="{433A149A-1B91-14D5-3F22-A6AF66F0322E}"/>
          </ac:spMkLst>
        </pc:spChg>
        <pc:spChg chg="add mod">
          <ac:chgData name="Guillaume Saint-Pierre" userId="ab4a63aca6b51c61" providerId="LiveId" clId="{BE8D0D60-8C36-F34B-A741-E0CA1BE99B02}" dt="2025-05-28T15:04:22.342" v="1006" actId="14100"/>
          <ac:spMkLst>
            <pc:docMk/>
            <pc:sldMk cId="2730616348" sldId="407"/>
            <ac:spMk id="13" creationId="{5D2BB808-00B7-5B76-2D91-A2F8DDA3CA82}"/>
          </ac:spMkLst>
        </pc:spChg>
        <pc:spChg chg="add mod">
          <ac:chgData name="Guillaume Saint-Pierre" userId="ab4a63aca6b51c61" providerId="LiveId" clId="{BE8D0D60-8C36-F34B-A741-E0CA1BE99B02}" dt="2025-05-28T15:04:30.973" v="1007"/>
          <ac:spMkLst>
            <pc:docMk/>
            <pc:sldMk cId="2730616348" sldId="407"/>
            <ac:spMk id="17" creationId="{19BB116C-2516-4D5F-CE8F-4241C13B1ED5}"/>
          </ac:spMkLst>
        </pc:spChg>
        <pc:spChg chg="add mod">
          <ac:chgData name="Guillaume Saint-Pierre" userId="ab4a63aca6b51c61" providerId="LiveId" clId="{BE8D0D60-8C36-F34B-A741-E0CA1BE99B02}" dt="2025-05-28T15:11:45.804" v="1044" actId="1076"/>
          <ac:spMkLst>
            <pc:docMk/>
            <pc:sldMk cId="2730616348" sldId="407"/>
            <ac:spMk id="24" creationId="{3496C8BC-618F-FFEA-F021-E6C12CC75EA4}"/>
          </ac:spMkLst>
        </pc:spChg>
        <pc:spChg chg="add mod">
          <ac:chgData name="Guillaume Saint-Pierre" userId="ab4a63aca6b51c61" providerId="LiveId" clId="{BE8D0D60-8C36-F34B-A741-E0CA1BE99B02}" dt="2025-05-30T09:25:10.219" v="3680" actId="1076"/>
          <ac:spMkLst>
            <pc:docMk/>
            <pc:sldMk cId="2730616348" sldId="407"/>
            <ac:spMk id="25" creationId="{F039A8BD-2312-8DF5-87C6-5EE271CE5557}"/>
          </ac:spMkLst>
        </pc:spChg>
        <pc:graphicFrameChg chg="add mod modGraphic">
          <ac:chgData name="Guillaume Saint-Pierre" userId="ab4a63aca6b51c61" providerId="LiveId" clId="{BE8D0D60-8C36-F34B-A741-E0CA1BE99B02}" dt="2025-05-28T15:09:14.227" v="1027" actId="14734"/>
          <ac:graphicFrameMkLst>
            <pc:docMk/>
            <pc:sldMk cId="2730616348" sldId="407"/>
            <ac:graphicFrameMk id="15" creationId="{3585305A-98C4-3016-6DC4-CA97906A0EE1}"/>
          </ac:graphicFrameMkLst>
        </pc:graphicFrameChg>
        <pc:picChg chg="add mod">
          <ac:chgData name="Guillaume Saint-Pierre" userId="ab4a63aca6b51c61" providerId="LiveId" clId="{BE8D0D60-8C36-F34B-A741-E0CA1BE99B02}" dt="2025-05-28T15:03:35.481" v="999" actId="1076"/>
          <ac:picMkLst>
            <pc:docMk/>
            <pc:sldMk cId="2730616348" sldId="407"/>
            <ac:picMk id="7" creationId="{A458BC8A-E6D4-0DE1-8CCD-0371CEF7F77F}"/>
          </ac:picMkLst>
        </pc:picChg>
        <pc:picChg chg="add mod">
          <ac:chgData name="Guillaume Saint-Pierre" userId="ab4a63aca6b51c61" providerId="LiveId" clId="{BE8D0D60-8C36-F34B-A741-E0CA1BE99B02}" dt="2025-05-28T15:04:09.474" v="1003" actId="1076"/>
          <ac:picMkLst>
            <pc:docMk/>
            <pc:sldMk cId="2730616348" sldId="407"/>
            <ac:picMk id="12" creationId="{B5263B91-D009-3C4C-4263-B3244ADB71CB}"/>
          </ac:picMkLst>
        </pc:picChg>
        <pc:picChg chg="add mod">
          <ac:chgData name="Guillaume Saint-Pierre" userId="ab4a63aca6b51c61" providerId="LiveId" clId="{BE8D0D60-8C36-F34B-A741-E0CA1BE99B02}" dt="2025-05-28T15:10:37.073" v="1032" actId="1076"/>
          <ac:picMkLst>
            <pc:docMk/>
            <pc:sldMk cId="2730616348" sldId="407"/>
            <ac:picMk id="19" creationId="{7D69613B-4041-7F1E-65ED-019429196BEA}"/>
          </ac:picMkLst>
        </pc:picChg>
        <pc:picChg chg="add mod">
          <ac:chgData name="Guillaume Saint-Pierre" userId="ab4a63aca6b51c61" providerId="LiveId" clId="{BE8D0D60-8C36-F34B-A741-E0CA1BE99B02}" dt="2025-05-28T15:10:53.919" v="1037" actId="1076"/>
          <ac:picMkLst>
            <pc:docMk/>
            <pc:sldMk cId="2730616348" sldId="407"/>
            <ac:picMk id="21" creationId="{5CB6F5C6-FAE5-A306-777F-4242440AF08F}"/>
          </ac:picMkLst>
        </pc:picChg>
      </pc:sldChg>
      <pc:sldChg chg="del">
        <pc:chgData name="Guillaume Saint-Pierre" userId="ab4a63aca6b51c61" providerId="LiveId" clId="{BE8D0D60-8C36-F34B-A741-E0CA1BE99B02}" dt="2025-05-28T15:12:58.754" v="1053" actId="2696"/>
        <pc:sldMkLst>
          <pc:docMk/>
          <pc:sldMk cId="3825680581" sldId="408"/>
        </pc:sldMkLst>
      </pc:sldChg>
      <pc:sldChg chg="del">
        <pc:chgData name="Guillaume Saint-Pierre" userId="ab4a63aca6b51c61" providerId="LiveId" clId="{BE8D0D60-8C36-F34B-A741-E0CA1BE99B02}" dt="2025-05-28T15:13:03.124" v="1054" actId="2696"/>
        <pc:sldMkLst>
          <pc:docMk/>
          <pc:sldMk cId="3896900495" sldId="409"/>
        </pc:sldMkLst>
      </pc:sldChg>
      <pc:sldChg chg="del">
        <pc:chgData name="Guillaume Saint-Pierre" userId="ab4a63aca6b51c61" providerId="LiveId" clId="{BE8D0D60-8C36-F34B-A741-E0CA1BE99B02}" dt="2025-05-28T15:13:40.778" v="1055" actId="2696"/>
        <pc:sldMkLst>
          <pc:docMk/>
          <pc:sldMk cId="368419101" sldId="410"/>
        </pc:sldMkLst>
      </pc:sldChg>
      <pc:sldChg chg="del">
        <pc:chgData name="Guillaume Saint-Pierre" userId="ab4a63aca6b51c61" providerId="LiveId" clId="{BE8D0D60-8C36-F34B-A741-E0CA1BE99B02}" dt="2025-05-28T15:13:44.159" v="1056" actId="2696"/>
        <pc:sldMkLst>
          <pc:docMk/>
          <pc:sldMk cId="738967127" sldId="411"/>
        </pc:sldMkLst>
      </pc:sldChg>
      <pc:sldChg chg="del">
        <pc:chgData name="Guillaume Saint-Pierre" userId="ab4a63aca6b51c61" providerId="LiveId" clId="{BE8D0D60-8C36-F34B-A741-E0CA1BE99B02}" dt="2025-05-28T15:13:50.551" v="1057" actId="2696"/>
        <pc:sldMkLst>
          <pc:docMk/>
          <pc:sldMk cId="1463804557" sldId="412"/>
        </pc:sldMkLst>
      </pc:sldChg>
      <pc:sldChg chg="addSp modSp mod">
        <pc:chgData name="Guillaume Saint-Pierre" userId="ab4a63aca6b51c61" providerId="LiveId" clId="{BE8D0D60-8C36-F34B-A741-E0CA1BE99B02}" dt="2025-05-31T09:01:16.030" v="5753" actId="1076"/>
        <pc:sldMkLst>
          <pc:docMk/>
          <pc:sldMk cId="661712975" sldId="413"/>
        </pc:sldMkLst>
        <pc:spChg chg="mod">
          <ac:chgData name="Guillaume Saint-Pierre" userId="ab4a63aca6b51c61" providerId="LiveId" clId="{BE8D0D60-8C36-F34B-A741-E0CA1BE99B02}" dt="2025-05-30T10:15:44.947" v="3825" actId="20577"/>
          <ac:spMkLst>
            <pc:docMk/>
            <pc:sldMk cId="661712975" sldId="413"/>
            <ac:spMk id="3" creationId="{0507A044-4A94-9A2A-A6E0-DA291195FECC}"/>
          </ac:spMkLst>
        </pc:spChg>
        <pc:spChg chg="add mod">
          <ac:chgData name="Guillaume Saint-Pierre" userId="ab4a63aca6b51c61" providerId="LiveId" clId="{BE8D0D60-8C36-F34B-A741-E0CA1BE99B02}" dt="2025-05-31T09:01:16.030" v="5753" actId="1076"/>
          <ac:spMkLst>
            <pc:docMk/>
            <pc:sldMk cId="661712975" sldId="413"/>
            <ac:spMk id="4" creationId="{14632486-FE3B-0BCB-6998-A43D3775FBC5}"/>
          </ac:spMkLst>
        </pc:spChg>
        <pc:picChg chg="mod">
          <ac:chgData name="Guillaume Saint-Pierre" userId="ab4a63aca6b51c61" providerId="LiveId" clId="{BE8D0D60-8C36-F34B-A741-E0CA1BE99B02}" dt="2025-05-28T18:59:03.887" v="3192" actId="1076"/>
          <ac:picMkLst>
            <pc:docMk/>
            <pc:sldMk cId="661712975" sldId="413"/>
            <ac:picMk id="25602" creationId="{A78BDC7C-BBE7-AA0B-5E8A-88920E955C52}"/>
          </ac:picMkLst>
        </pc:picChg>
      </pc:sldChg>
      <pc:sldChg chg="addSp modSp mod">
        <pc:chgData name="Guillaume Saint-Pierre" userId="ab4a63aca6b51c61" providerId="LiveId" clId="{BE8D0D60-8C36-F34B-A741-E0CA1BE99B02}" dt="2025-05-28T18:35:38.417" v="3006"/>
        <pc:sldMkLst>
          <pc:docMk/>
          <pc:sldMk cId="1247679195" sldId="414"/>
        </pc:sldMkLst>
        <pc:spChg chg="add mod">
          <ac:chgData name="Guillaume Saint-Pierre" userId="ab4a63aca6b51c61" providerId="LiveId" clId="{BE8D0D60-8C36-F34B-A741-E0CA1BE99B02}" dt="2025-05-28T18:35:38.417" v="3006"/>
          <ac:spMkLst>
            <pc:docMk/>
            <pc:sldMk cId="1247679195" sldId="414"/>
            <ac:spMk id="3" creationId="{B6B93260-AB44-BDD8-6046-22EE76B70795}"/>
          </ac:spMkLst>
        </pc:spChg>
        <pc:graphicFrameChg chg="modGraphic">
          <ac:chgData name="Guillaume Saint-Pierre" userId="ab4a63aca6b51c61" providerId="LiveId" clId="{BE8D0D60-8C36-F34B-A741-E0CA1BE99B02}" dt="2025-05-28T13:54:29.868" v="394" actId="2165"/>
          <ac:graphicFrameMkLst>
            <pc:docMk/>
            <pc:sldMk cId="1247679195" sldId="414"/>
            <ac:graphicFrameMk id="5" creationId="{64AA3FB1-E949-5293-B086-88CE726AB25A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28T18:36:21.911" v="3021"/>
        <pc:sldMkLst>
          <pc:docMk/>
          <pc:sldMk cId="1674447336" sldId="415"/>
        </pc:sldMkLst>
        <pc:spChg chg="mod">
          <ac:chgData name="Guillaume Saint-Pierre" userId="ab4a63aca6b51c61" providerId="LiveId" clId="{BE8D0D60-8C36-F34B-A741-E0CA1BE99B02}" dt="2025-05-28T14:04:25.732" v="436" actId="1076"/>
          <ac:spMkLst>
            <pc:docMk/>
            <pc:sldMk cId="1674447336" sldId="415"/>
            <ac:spMk id="2" creationId="{E0926921-C9EB-51C5-BB7F-AB03BE6D5977}"/>
          </ac:spMkLst>
        </pc:spChg>
        <pc:spChg chg="add mod">
          <ac:chgData name="Guillaume Saint-Pierre" userId="ab4a63aca6b51c61" providerId="LiveId" clId="{BE8D0D60-8C36-F34B-A741-E0CA1BE99B02}" dt="2025-05-28T14:04:20.428" v="434" actId="1076"/>
          <ac:spMkLst>
            <pc:docMk/>
            <pc:sldMk cId="1674447336" sldId="415"/>
            <ac:spMk id="11" creationId="{DCF2270F-535A-9DCD-DBCD-800390EC9441}"/>
          </ac:spMkLst>
        </pc:spChg>
        <pc:spChg chg="add mod">
          <ac:chgData name="Guillaume Saint-Pierre" userId="ab4a63aca6b51c61" providerId="LiveId" clId="{BE8D0D60-8C36-F34B-A741-E0CA1BE99B02}" dt="2025-05-28T18:36:21.911" v="3021"/>
          <ac:spMkLst>
            <pc:docMk/>
            <pc:sldMk cId="1674447336" sldId="415"/>
            <ac:spMk id="15" creationId="{236DFEEF-800D-0C13-6D1B-1E953951E363}"/>
          </ac:spMkLst>
        </pc:spChg>
        <pc:graphicFrameChg chg="add mod">
          <ac:chgData name="Guillaume Saint-Pierre" userId="ab4a63aca6b51c61" providerId="LiveId" clId="{BE8D0D60-8C36-F34B-A741-E0CA1BE99B02}" dt="2025-05-28T14:04:20.428" v="434" actId="1076"/>
          <ac:graphicFrameMkLst>
            <pc:docMk/>
            <pc:sldMk cId="1674447336" sldId="415"/>
            <ac:graphicFrameMk id="4" creationId="{C1A78AD1-2C40-E10B-2153-FF521EEA66F4}"/>
          </ac:graphicFrameMkLst>
        </pc:graphicFrameChg>
        <pc:picChg chg="mod">
          <ac:chgData name="Guillaume Saint-Pierre" userId="ab4a63aca6b51c61" providerId="LiveId" clId="{BE8D0D60-8C36-F34B-A741-E0CA1BE99B02}" dt="2025-05-28T14:04:22.656" v="435" actId="1076"/>
          <ac:picMkLst>
            <pc:docMk/>
            <pc:sldMk cId="1674447336" sldId="415"/>
            <ac:picMk id="12290" creationId="{5C9BE18B-7CF9-DD05-23D4-8222006A89EC}"/>
          </ac:picMkLst>
        </pc:picChg>
      </pc:sldChg>
      <pc:sldChg chg="addSp delSp modSp mod">
        <pc:chgData name="Guillaume Saint-Pierre" userId="ab4a63aca6b51c61" providerId="LiveId" clId="{BE8D0D60-8C36-F34B-A741-E0CA1BE99B02}" dt="2025-05-28T18:51:58.082" v="3105" actId="20577"/>
        <pc:sldMkLst>
          <pc:docMk/>
          <pc:sldMk cId="196263490" sldId="417"/>
        </pc:sldMkLst>
        <pc:spChg chg="mod">
          <ac:chgData name="Guillaume Saint-Pierre" userId="ab4a63aca6b51c61" providerId="LiveId" clId="{BE8D0D60-8C36-F34B-A741-E0CA1BE99B02}" dt="2025-05-28T18:51:58.082" v="3105" actId="20577"/>
          <ac:spMkLst>
            <pc:docMk/>
            <pc:sldMk cId="196263490" sldId="417"/>
            <ac:spMk id="3" creationId="{8DD0FF5D-F734-961F-3139-E04BE0A27FAE}"/>
          </ac:spMkLst>
        </pc:spChg>
        <pc:spChg chg="mod">
          <ac:chgData name="Guillaume Saint-Pierre" userId="ab4a63aca6b51c61" providerId="LiveId" clId="{BE8D0D60-8C36-F34B-A741-E0CA1BE99B02}" dt="2025-05-28T14:13:58.124" v="618" actId="1076"/>
          <ac:spMkLst>
            <pc:docMk/>
            <pc:sldMk cId="196263490" sldId="417"/>
            <ac:spMk id="14" creationId="{64C72C64-A7BF-8E29-4012-8A22B73C9AE2}"/>
          </ac:spMkLst>
        </pc:spChg>
        <pc:spChg chg="mod">
          <ac:chgData name="Guillaume Saint-Pierre" userId="ab4a63aca6b51c61" providerId="LiveId" clId="{BE8D0D60-8C36-F34B-A741-E0CA1BE99B02}" dt="2025-05-28T14:29:26.348" v="767" actId="1076"/>
          <ac:spMkLst>
            <pc:docMk/>
            <pc:sldMk cId="196263490" sldId="417"/>
            <ac:spMk id="16" creationId="{A9471B04-0FD3-DAA3-7DEB-231CC72BC42D}"/>
          </ac:spMkLst>
        </pc:spChg>
        <pc:graphicFrameChg chg="mod modGraphic">
          <ac:chgData name="Guillaume Saint-Pierre" userId="ab4a63aca6b51c61" providerId="LiveId" clId="{BE8D0D60-8C36-F34B-A741-E0CA1BE99B02}" dt="2025-05-28T14:29:12.846" v="766" actId="14734"/>
          <ac:graphicFrameMkLst>
            <pc:docMk/>
            <pc:sldMk cId="196263490" sldId="417"/>
            <ac:graphicFrameMk id="13" creationId="{2D572E30-4EE7-F9EC-8AC1-4A33A2E0E58E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30T20:15:26.462" v="5030" actId="478"/>
        <pc:sldMkLst>
          <pc:docMk/>
          <pc:sldMk cId="649762834" sldId="418"/>
        </pc:sldMkLst>
        <pc:spChg chg="add mod">
          <ac:chgData name="Guillaume Saint-Pierre" userId="ab4a63aca6b51c61" providerId="LiveId" clId="{BE8D0D60-8C36-F34B-A741-E0CA1BE99B02}" dt="2025-05-28T14:29:38.845" v="771" actId="1076"/>
          <ac:spMkLst>
            <pc:docMk/>
            <pc:sldMk cId="649762834" sldId="418"/>
            <ac:spMk id="7" creationId="{6AF3AD98-DD05-0C67-DD29-E2D9055241A0}"/>
          </ac:spMkLst>
        </pc:spChg>
        <pc:spChg chg="add del mod">
          <ac:chgData name="Guillaume Saint-Pierre" userId="ab4a63aca6b51c61" providerId="LiveId" clId="{BE8D0D60-8C36-F34B-A741-E0CA1BE99B02}" dt="2025-05-30T20:15:26.462" v="5030" actId="478"/>
          <ac:spMkLst>
            <pc:docMk/>
            <pc:sldMk cId="649762834" sldId="418"/>
            <ac:spMk id="16" creationId="{2CD80931-35F5-35B9-9ACF-22C023C5FB62}"/>
          </ac:spMkLst>
        </pc:spChg>
        <pc:spChg chg="add mod">
          <ac:chgData name="Guillaume Saint-Pierre" userId="ab4a63aca6b51c61" providerId="LiveId" clId="{BE8D0D60-8C36-F34B-A741-E0CA1BE99B02}" dt="2025-05-28T18:52:04.366" v="3107"/>
          <ac:spMkLst>
            <pc:docMk/>
            <pc:sldMk cId="649762834" sldId="418"/>
            <ac:spMk id="17" creationId="{406E0AA6-C6E3-0147-6AF1-9B2AF1F68979}"/>
          </ac:spMkLst>
        </pc:spChg>
        <pc:graphicFrameChg chg="modGraphic">
          <ac:chgData name="Guillaume Saint-Pierre" userId="ab4a63aca6b51c61" providerId="LiveId" clId="{BE8D0D60-8C36-F34B-A741-E0CA1BE99B02}" dt="2025-05-28T14:32:32.631" v="812" actId="20577"/>
          <ac:graphicFrameMkLst>
            <pc:docMk/>
            <pc:sldMk cId="649762834" sldId="418"/>
            <ac:graphicFrameMk id="3" creationId="{48F43C3A-887D-09B7-85ED-1A59C5B52786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31T08:48:16.525" v="5444" actId="14100"/>
        <pc:sldMkLst>
          <pc:docMk/>
          <pc:sldMk cId="3050336739" sldId="419"/>
        </pc:sldMkLst>
        <pc:spChg chg="add mod">
          <ac:chgData name="Guillaume Saint-Pierre" userId="ab4a63aca6b51c61" providerId="LiveId" clId="{BE8D0D60-8C36-F34B-A741-E0CA1BE99B02}" dt="2025-05-28T14:33:07.174" v="815" actId="1076"/>
          <ac:spMkLst>
            <pc:docMk/>
            <pc:sldMk cId="3050336739" sldId="419"/>
            <ac:spMk id="3" creationId="{358FD0BD-F6E9-38CF-8357-626D4ECA6D3B}"/>
          </ac:spMkLst>
        </pc:spChg>
        <pc:spChg chg="mod">
          <ac:chgData name="Guillaume Saint-Pierre" userId="ab4a63aca6b51c61" providerId="LiveId" clId="{BE8D0D60-8C36-F34B-A741-E0CA1BE99B02}" dt="2025-05-31T08:48:05.633" v="5441" actId="1076"/>
          <ac:spMkLst>
            <pc:docMk/>
            <pc:sldMk cId="3050336739" sldId="419"/>
            <ac:spMk id="13" creationId="{55A659FF-1766-35F3-9456-6E0EA0FFCFB1}"/>
          </ac:spMkLst>
        </pc:spChg>
        <pc:spChg chg="add del mod">
          <ac:chgData name="Guillaume Saint-Pierre" userId="ab4a63aca6b51c61" providerId="LiveId" clId="{BE8D0D60-8C36-F34B-A741-E0CA1BE99B02}" dt="2025-05-31T08:48:00.568" v="5440" actId="478"/>
          <ac:spMkLst>
            <pc:docMk/>
            <pc:sldMk cId="3050336739" sldId="419"/>
            <ac:spMk id="16" creationId="{CD5000C9-BEA4-CBB9-1705-B287D714D562}"/>
          </ac:spMkLst>
        </pc:spChg>
        <pc:spChg chg="add mod">
          <ac:chgData name="Guillaume Saint-Pierre" userId="ab4a63aca6b51c61" providerId="LiveId" clId="{BE8D0D60-8C36-F34B-A741-E0CA1BE99B02}" dt="2025-05-30T20:15:34.353" v="5033" actId="1035"/>
          <ac:spMkLst>
            <pc:docMk/>
            <pc:sldMk cId="3050336739" sldId="419"/>
            <ac:spMk id="17" creationId="{BF70EC54-7E71-848D-270E-C3BA89295689}"/>
          </ac:spMkLst>
        </pc:spChg>
        <pc:graphicFrameChg chg="mod modGraphic">
          <ac:chgData name="Guillaume Saint-Pierre" userId="ab4a63aca6b51c61" providerId="LiveId" clId="{BE8D0D60-8C36-F34B-A741-E0CA1BE99B02}" dt="2025-05-31T08:48:16.525" v="5444" actId="14100"/>
          <ac:graphicFrameMkLst>
            <pc:docMk/>
            <pc:sldMk cId="3050336739" sldId="419"/>
            <ac:graphicFrameMk id="7" creationId="{F9D44386-3104-11EA-3057-17224E83729A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31T08:47:56.499" v="5439" actId="1076"/>
        <pc:sldMkLst>
          <pc:docMk/>
          <pc:sldMk cId="1434384665" sldId="420"/>
        </pc:sldMkLst>
        <pc:spChg chg="add del mod">
          <ac:chgData name="Guillaume Saint-Pierre" userId="ab4a63aca6b51c61" providerId="LiveId" clId="{BE8D0D60-8C36-F34B-A741-E0CA1BE99B02}" dt="2025-05-28T14:18:39.590" v="672" actId="478"/>
          <ac:spMkLst>
            <pc:docMk/>
            <pc:sldMk cId="1434384665" sldId="420"/>
            <ac:spMk id="14" creationId="{E349CBD8-D974-4E51-BC68-56433976A498}"/>
          </ac:spMkLst>
        </pc:spChg>
        <pc:spChg chg="add mod">
          <ac:chgData name="Guillaume Saint-Pierre" userId="ab4a63aca6b51c61" providerId="LiveId" clId="{BE8D0D60-8C36-F34B-A741-E0CA1BE99B02}" dt="2025-05-31T08:47:56.499" v="5439" actId="1076"/>
          <ac:spMkLst>
            <pc:docMk/>
            <pc:sldMk cId="1434384665" sldId="420"/>
            <ac:spMk id="17" creationId="{CF82DD01-2940-588A-6D27-0607B96C3A0F}"/>
          </ac:spMkLst>
        </pc:spChg>
        <pc:spChg chg="add del mod">
          <ac:chgData name="Guillaume Saint-Pierre" userId="ab4a63aca6b51c61" providerId="LiveId" clId="{BE8D0D60-8C36-F34B-A741-E0CA1BE99B02}" dt="2025-05-31T08:47:53.595" v="5438" actId="478"/>
          <ac:spMkLst>
            <pc:docMk/>
            <pc:sldMk cId="1434384665" sldId="420"/>
            <ac:spMk id="19" creationId="{A18E7F7D-5FA7-86DF-A0CF-E37E7EED5D76}"/>
          </ac:spMkLst>
        </pc:spChg>
        <pc:spChg chg="add mod">
          <ac:chgData name="Guillaume Saint-Pierre" userId="ab4a63aca6b51c61" providerId="LiveId" clId="{BE8D0D60-8C36-F34B-A741-E0CA1BE99B02}" dt="2025-05-28T18:52:15.009" v="3111"/>
          <ac:spMkLst>
            <pc:docMk/>
            <pc:sldMk cId="1434384665" sldId="420"/>
            <ac:spMk id="20" creationId="{02A8632A-8C16-8575-710D-2595BB37E4ED}"/>
          </ac:spMkLst>
        </pc:spChg>
        <pc:graphicFrameChg chg="mod modGraphic">
          <ac:chgData name="Guillaume Saint-Pierre" userId="ab4a63aca6b51c61" providerId="LiveId" clId="{BE8D0D60-8C36-F34B-A741-E0CA1BE99B02}" dt="2025-05-28T14:50:17.253" v="855" actId="20577"/>
          <ac:graphicFrameMkLst>
            <pc:docMk/>
            <pc:sldMk cId="1434384665" sldId="420"/>
            <ac:graphicFrameMk id="3" creationId="{4D18DD1C-17AC-EAE3-8E74-CCDBEA80E994}"/>
          </ac:graphicFrameMkLst>
        </pc:graphicFrameChg>
      </pc:sldChg>
      <pc:sldChg chg="addSp delSp modSp mod modNotes">
        <pc:chgData name="Guillaume Saint-Pierre" userId="ab4a63aca6b51c61" providerId="LiveId" clId="{BE8D0D60-8C36-F34B-A741-E0CA1BE99B02}" dt="2025-05-31T09:24:25.709" v="5887" actId="1076"/>
        <pc:sldMkLst>
          <pc:docMk/>
          <pc:sldMk cId="3502148348" sldId="421"/>
        </pc:sldMkLst>
        <pc:spChg chg="mod">
          <ac:chgData name="Guillaume Saint-Pierre" userId="ab4a63aca6b51c61" providerId="LiveId" clId="{BE8D0D60-8C36-F34B-A741-E0CA1BE99B02}" dt="2025-05-31T09:23:53.976" v="5881" actId="1076"/>
          <ac:spMkLst>
            <pc:docMk/>
            <pc:sldMk cId="3502148348" sldId="421"/>
            <ac:spMk id="8" creationId="{9E8E0861-8D1B-FE89-3716-E63D9014FDD9}"/>
          </ac:spMkLst>
        </pc:spChg>
        <pc:graphicFrameChg chg="del mod modGraphic">
          <ac:chgData name="Guillaume Saint-Pierre" userId="ab4a63aca6b51c61" providerId="LiveId" clId="{BE8D0D60-8C36-F34B-A741-E0CA1BE99B02}" dt="2025-05-31T09:07:32.432" v="5794" actId="478"/>
          <ac:graphicFrameMkLst>
            <pc:docMk/>
            <pc:sldMk cId="3502148348" sldId="421"/>
            <ac:graphicFrameMk id="3" creationId="{73F8B1C4-29B2-EEA9-F6E8-F5E3C190DBD7}"/>
          </ac:graphicFrameMkLst>
        </pc:graphicFrameChg>
        <pc:graphicFrameChg chg="add del mod modGraphic">
          <ac:chgData name="Guillaume Saint-Pierre" userId="ab4a63aca6b51c61" providerId="LiveId" clId="{BE8D0D60-8C36-F34B-A741-E0CA1BE99B02}" dt="2025-05-31T09:24:25.709" v="5887" actId="1076"/>
          <ac:graphicFrameMkLst>
            <pc:docMk/>
            <pc:sldMk cId="3502148348" sldId="421"/>
            <ac:graphicFrameMk id="7" creationId="{8E269E38-B643-2D52-525F-3C71BC417C4A}"/>
          </ac:graphicFrameMkLst>
        </pc:graphicFrameChg>
        <pc:graphicFrameChg chg="add mod">
          <ac:chgData name="Guillaume Saint-Pierre" userId="ab4a63aca6b51c61" providerId="LiveId" clId="{BE8D0D60-8C36-F34B-A741-E0CA1BE99B02}" dt="2025-05-31T09:21:03.709" v="5861"/>
          <ac:graphicFrameMkLst>
            <pc:docMk/>
            <pc:sldMk cId="3502148348" sldId="421"/>
            <ac:graphicFrameMk id="15" creationId="{3695B7C5-D001-B7D3-67B3-1828946AFB19}"/>
          </ac:graphicFrameMkLst>
        </pc:graphicFrameChg>
        <pc:picChg chg="add del mod">
          <ac:chgData name="Guillaume Saint-Pierre" userId="ab4a63aca6b51c61" providerId="LiveId" clId="{BE8D0D60-8C36-F34B-A741-E0CA1BE99B02}" dt="2025-05-31T09:23:26.288" v="5873" actId="478"/>
          <ac:picMkLst>
            <pc:docMk/>
            <pc:sldMk cId="3502148348" sldId="421"/>
            <ac:picMk id="2" creationId="{3583AF06-7438-932D-8382-4C9254629F1F}"/>
          </ac:picMkLst>
        </pc:picChg>
        <pc:picChg chg="add mod modCrop">
          <ac:chgData name="Guillaume Saint-Pierre" userId="ab4a63aca6b51c61" providerId="LiveId" clId="{BE8D0D60-8C36-F34B-A741-E0CA1BE99B02}" dt="2025-05-31T09:23:53.228" v="5880" actId="1076"/>
          <ac:picMkLst>
            <pc:docMk/>
            <pc:sldMk cId="3502148348" sldId="421"/>
            <ac:picMk id="17" creationId="{15DB0692-C937-EED1-F29B-018F7F64B0F9}"/>
          </ac:picMkLst>
        </pc:picChg>
      </pc:sldChg>
      <pc:sldChg chg="addSp delSp modSp mod">
        <pc:chgData name="Guillaume Saint-Pierre" userId="ab4a63aca6b51c61" providerId="LiveId" clId="{BE8D0D60-8C36-F34B-A741-E0CA1BE99B02}" dt="2025-05-31T11:59:49.221" v="6563" actId="20577"/>
        <pc:sldMkLst>
          <pc:docMk/>
          <pc:sldMk cId="1261631607" sldId="422"/>
        </pc:sldMkLst>
        <pc:spChg chg="del">
          <ac:chgData name="Guillaume Saint-Pierre" userId="ab4a63aca6b51c61" providerId="LiveId" clId="{BE8D0D60-8C36-F34B-A741-E0CA1BE99B02}" dt="2025-05-30T12:37:45.130" v="4545"/>
          <ac:spMkLst>
            <pc:docMk/>
            <pc:sldMk cId="1261631607" sldId="422"/>
            <ac:spMk id="2" creationId="{276FBBC0-16AC-58D7-7B65-E11CD229122B}"/>
          </ac:spMkLst>
        </pc:spChg>
        <pc:spChg chg="del">
          <ac:chgData name="Guillaume Saint-Pierre" userId="ab4a63aca6b51c61" providerId="LiveId" clId="{BE8D0D60-8C36-F34B-A741-E0CA1BE99B02}" dt="2025-05-30T12:37:49.293" v="4547" actId="478"/>
          <ac:spMkLst>
            <pc:docMk/>
            <pc:sldMk cId="1261631607" sldId="422"/>
            <ac:spMk id="3" creationId="{8A555A66-AB4D-C131-C329-147D67C6A86E}"/>
          </ac:spMkLst>
        </pc:spChg>
        <pc:spChg chg="add mod">
          <ac:chgData name="Guillaume Saint-Pierre" userId="ab4a63aca6b51c61" providerId="LiveId" clId="{BE8D0D60-8C36-F34B-A741-E0CA1BE99B02}" dt="2025-05-30T12:37:47.468" v="4546" actId="1076"/>
          <ac:spMkLst>
            <pc:docMk/>
            <pc:sldMk cId="1261631607" sldId="422"/>
            <ac:spMk id="8" creationId="{37F12400-F48C-A2B9-900F-8D25DDB52FCC}"/>
          </ac:spMkLst>
        </pc:spChg>
        <pc:spChg chg="add mod">
          <ac:chgData name="Guillaume Saint-Pierre" userId="ab4a63aca6b51c61" providerId="LiveId" clId="{BE8D0D60-8C36-F34B-A741-E0CA1BE99B02}" dt="2025-05-31T11:59:49.221" v="6563" actId="20577"/>
          <ac:spMkLst>
            <pc:docMk/>
            <pc:sldMk cId="1261631607" sldId="422"/>
            <ac:spMk id="9" creationId="{47A778C0-17E5-0EA7-B54F-1B8DBC646F2A}"/>
          </ac:spMkLst>
        </pc:spChg>
        <pc:graphicFrameChg chg="add mod modGraphic">
          <ac:chgData name="Guillaume Saint-Pierre" userId="ab4a63aca6b51c61" providerId="LiveId" clId="{BE8D0D60-8C36-F34B-A741-E0CA1BE99B02}" dt="2025-05-30T17:21:56.304" v="5025" actId="1076"/>
          <ac:graphicFrameMkLst>
            <pc:docMk/>
            <pc:sldMk cId="1261631607" sldId="422"/>
            <ac:graphicFrameMk id="7" creationId="{102E11AB-2D5E-4BA4-FADD-4B5B03BD035E}"/>
          </ac:graphicFrameMkLst>
        </pc:graphicFrameChg>
      </pc:sldChg>
      <pc:sldChg chg="addSp delSp modSp mod ord">
        <pc:chgData name="Guillaume Saint-Pierre" userId="ab4a63aca6b51c61" providerId="LiveId" clId="{BE8D0D60-8C36-F34B-A741-E0CA1BE99B02}" dt="2025-05-30T10:15:32.481" v="3821" actId="20577"/>
        <pc:sldMkLst>
          <pc:docMk/>
          <pc:sldMk cId="3818977357" sldId="423"/>
        </pc:sldMkLst>
        <pc:spChg chg="mod">
          <ac:chgData name="Guillaume Saint-Pierre" userId="ab4a63aca6b51c61" providerId="LiveId" clId="{BE8D0D60-8C36-F34B-A741-E0CA1BE99B02}" dt="2025-05-30T10:15:32.481" v="3821" actId="20577"/>
          <ac:spMkLst>
            <pc:docMk/>
            <pc:sldMk cId="3818977357" sldId="423"/>
            <ac:spMk id="2" creationId="{535CFA33-5699-D4BF-75CC-F43E1562D217}"/>
          </ac:spMkLst>
        </pc:spChg>
        <pc:picChg chg="add mod">
          <ac:chgData name="Guillaume Saint-Pierre" userId="ab4a63aca6b51c61" providerId="LiveId" clId="{BE8D0D60-8C36-F34B-A741-E0CA1BE99B02}" dt="2025-05-28T19:05:22.788" v="3222" actId="1076"/>
          <ac:picMkLst>
            <pc:docMk/>
            <pc:sldMk cId="3818977357" sldId="423"/>
            <ac:picMk id="4" creationId="{4BDE20CC-56E1-CEEB-BDD1-8D6C38CA78B4}"/>
          </ac:picMkLst>
        </pc:picChg>
      </pc:sldChg>
      <pc:sldChg chg="addSp modSp mod">
        <pc:chgData name="Guillaume Saint-Pierre" userId="ab4a63aca6b51c61" providerId="LiveId" clId="{BE8D0D60-8C36-F34B-A741-E0CA1BE99B02}" dt="2025-05-30T12:31:21.987" v="4484" actId="14734"/>
        <pc:sldMkLst>
          <pc:docMk/>
          <pc:sldMk cId="376184201" sldId="424"/>
        </pc:sldMkLst>
        <pc:spChg chg="mod">
          <ac:chgData name="Guillaume Saint-Pierre" userId="ab4a63aca6b51c61" providerId="LiveId" clId="{BE8D0D60-8C36-F34B-A741-E0CA1BE99B02}" dt="2025-05-30T10:15:48.261" v="3827" actId="20577"/>
          <ac:spMkLst>
            <pc:docMk/>
            <pc:sldMk cId="376184201" sldId="424"/>
            <ac:spMk id="3" creationId="{82CB0674-58B1-99C6-958B-1349C483DBE7}"/>
          </ac:spMkLst>
        </pc:spChg>
        <pc:spChg chg="mod">
          <ac:chgData name="Guillaume Saint-Pierre" userId="ab4a63aca6b51c61" providerId="LiveId" clId="{BE8D0D60-8C36-F34B-A741-E0CA1BE99B02}" dt="2025-05-28T18:59:57.484" v="3199" actId="2711"/>
          <ac:spMkLst>
            <pc:docMk/>
            <pc:sldMk cId="376184201" sldId="424"/>
            <ac:spMk id="7" creationId="{3A88514C-A6C7-0917-AFE2-C68574D89030}"/>
          </ac:spMkLst>
        </pc:spChg>
        <pc:graphicFrameChg chg="mod modGraphic">
          <ac:chgData name="Guillaume Saint-Pierre" userId="ab4a63aca6b51c61" providerId="LiveId" clId="{BE8D0D60-8C36-F34B-A741-E0CA1BE99B02}" dt="2025-05-30T12:31:21.987" v="4484" actId="14734"/>
          <ac:graphicFrameMkLst>
            <pc:docMk/>
            <pc:sldMk cId="376184201" sldId="424"/>
            <ac:graphicFrameMk id="11" creationId="{46130029-1006-00AF-FA6C-DF267761319B}"/>
          </ac:graphicFrameMkLst>
        </pc:graphicFrameChg>
        <pc:picChg chg="add mod">
          <ac:chgData name="Guillaume Saint-Pierre" userId="ab4a63aca6b51c61" providerId="LiveId" clId="{BE8D0D60-8C36-F34B-A741-E0CA1BE99B02}" dt="2025-05-30T12:30:19.485" v="4468" actId="14100"/>
          <ac:picMkLst>
            <pc:docMk/>
            <pc:sldMk cId="376184201" sldId="424"/>
            <ac:picMk id="2" creationId="{722B2772-3DBD-B7BB-117F-3A99E8EEFBA0}"/>
          </ac:picMkLst>
        </pc:picChg>
      </pc:sldChg>
      <pc:sldChg chg="addSp delSp modSp mod">
        <pc:chgData name="Guillaume Saint-Pierre" userId="ab4a63aca6b51c61" providerId="LiveId" clId="{BE8D0D60-8C36-F34B-A741-E0CA1BE99B02}" dt="2025-05-30T12:33:56.760" v="4518" actId="1076"/>
        <pc:sldMkLst>
          <pc:docMk/>
          <pc:sldMk cId="854615818" sldId="425"/>
        </pc:sldMkLst>
        <pc:spChg chg="mod">
          <ac:chgData name="Guillaume Saint-Pierre" userId="ab4a63aca6b51c61" providerId="LiveId" clId="{BE8D0D60-8C36-F34B-A741-E0CA1BE99B02}" dt="2025-05-30T10:16:09.178" v="3839" actId="20577"/>
          <ac:spMkLst>
            <pc:docMk/>
            <pc:sldMk cId="854615818" sldId="425"/>
            <ac:spMk id="3" creationId="{F68B88E4-D570-F496-119D-8ED7B7812B49}"/>
          </ac:spMkLst>
        </pc:spChg>
        <pc:spChg chg="mod">
          <ac:chgData name="Guillaume Saint-Pierre" userId="ab4a63aca6b51c61" providerId="LiveId" clId="{BE8D0D60-8C36-F34B-A741-E0CA1BE99B02}" dt="2025-05-30T11:51:17.320" v="3968" actId="20577"/>
          <ac:spMkLst>
            <pc:docMk/>
            <pc:sldMk cId="854615818" sldId="425"/>
            <ac:spMk id="7" creationId="{B5782D34-5E56-DCE1-A333-A1DE2A90275E}"/>
          </ac:spMkLst>
        </pc:spChg>
        <pc:spChg chg="add mod">
          <ac:chgData name="Guillaume Saint-Pierre" userId="ab4a63aca6b51c61" providerId="LiveId" clId="{BE8D0D60-8C36-F34B-A741-E0CA1BE99B02}" dt="2025-05-28T17:46:39.062" v="2906" actId="1076"/>
          <ac:spMkLst>
            <pc:docMk/>
            <pc:sldMk cId="854615818" sldId="425"/>
            <ac:spMk id="10" creationId="{9F0C10EB-3428-39E2-05D1-E2498D6711DF}"/>
          </ac:spMkLst>
        </pc:spChg>
        <pc:spChg chg="add mod">
          <ac:chgData name="Guillaume Saint-Pierre" userId="ab4a63aca6b51c61" providerId="LiveId" clId="{BE8D0D60-8C36-F34B-A741-E0CA1BE99B02}" dt="2025-05-30T12:32:48.805" v="4501" actId="1076"/>
          <ac:spMkLst>
            <pc:docMk/>
            <pc:sldMk cId="854615818" sldId="425"/>
            <ac:spMk id="11" creationId="{B073023F-92E7-D429-22C6-04FF3F7FFE06}"/>
          </ac:spMkLst>
        </pc:spChg>
        <pc:graphicFrameChg chg="add mod modGraphic">
          <ac:chgData name="Guillaume Saint-Pierre" userId="ab4a63aca6b51c61" providerId="LiveId" clId="{BE8D0D60-8C36-F34B-A741-E0CA1BE99B02}" dt="2025-05-30T12:33:44.270" v="4515" actId="14100"/>
          <ac:graphicFrameMkLst>
            <pc:docMk/>
            <pc:sldMk cId="854615818" sldId="425"/>
            <ac:graphicFrameMk id="4" creationId="{5E319531-802D-A5D1-1924-C666DB66E994}"/>
          </ac:graphicFrameMkLst>
        </pc:graphicFrameChg>
        <pc:graphicFrameChg chg="add mod modGraphic">
          <ac:chgData name="Guillaume Saint-Pierre" userId="ab4a63aca6b51c61" providerId="LiveId" clId="{BE8D0D60-8C36-F34B-A741-E0CA1BE99B02}" dt="2025-05-30T12:33:56.760" v="4518" actId="1076"/>
          <ac:graphicFrameMkLst>
            <pc:docMk/>
            <pc:sldMk cId="854615818" sldId="425"/>
            <ac:graphicFrameMk id="12" creationId="{22531BBE-F5F2-813F-C7BD-D0FCEBFDD18B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30T10:16:16.520" v="3843" actId="20577"/>
        <pc:sldMkLst>
          <pc:docMk/>
          <pc:sldMk cId="571765889" sldId="426"/>
        </pc:sldMkLst>
        <pc:spChg chg="mod">
          <ac:chgData name="Guillaume Saint-Pierre" userId="ab4a63aca6b51c61" providerId="LiveId" clId="{BE8D0D60-8C36-F34B-A741-E0CA1BE99B02}" dt="2025-05-30T10:16:16.520" v="3843" actId="20577"/>
          <ac:spMkLst>
            <pc:docMk/>
            <pc:sldMk cId="571765889" sldId="426"/>
            <ac:spMk id="2" creationId="{D8175113-F398-55DD-7BFC-826AFF27E361}"/>
          </ac:spMkLst>
        </pc:spChg>
        <pc:picChg chg="add mod">
          <ac:chgData name="Guillaume Saint-Pierre" userId="ab4a63aca6b51c61" providerId="LiveId" clId="{BE8D0D60-8C36-F34B-A741-E0CA1BE99B02}" dt="2025-05-28T19:08:18.672" v="3247" actId="1076"/>
          <ac:picMkLst>
            <pc:docMk/>
            <pc:sldMk cId="571765889" sldId="426"/>
            <ac:picMk id="5" creationId="{6FC7470C-680A-8672-DF30-7F4265D37C66}"/>
          </ac:picMkLst>
        </pc:picChg>
      </pc:sldChg>
      <pc:sldChg chg="addSp modSp mod">
        <pc:chgData name="Guillaume Saint-Pierre" userId="ab4a63aca6b51c61" providerId="LiveId" clId="{BE8D0D60-8C36-F34B-A741-E0CA1BE99B02}" dt="2025-05-31T11:56:38.010" v="6504" actId="20577"/>
        <pc:sldMkLst>
          <pc:docMk/>
          <pc:sldMk cId="996488081" sldId="427"/>
        </pc:sldMkLst>
        <pc:spChg chg="mod">
          <ac:chgData name="Guillaume Saint-Pierre" userId="ab4a63aca6b51c61" providerId="LiveId" clId="{BE8D0D60-8C36-F34B-A741-E0CA1BE99B02}" dt="2025-05-30T10:16:21.190" v="3847" actId="20577"/>
          <ac:spMkLst>
            <pc:docMk/>
            <pc:sldMk cId="996488081" sldId="427"/>
            <ac:spMk id="3" creationId="{0E8128F9-D410-75BA-1DDA-83ED16034E2A}"/>
          </ac:spMkLst>
        </pc:spChg>
        <pc:spChg chg="add mod">
          <ac:chgData name="Guillaume Saint-Pierre" userId="ab4a63aca6b51c61" providerId="LiveId" clId="{BE8D0D60-8C36-F34B-A741-E0CA1BE99B02}" dt="2025-05-28T17:23:49.039" v="2250" actId="14100"/>
          <ac:spMkLst>
            <pc:docMk/>
            <pc:sldMk cId="996488081" sldId="427"/>
            <ac:spMk id="5" creationId="{B527A3A5-13D0-280B-16C0-88A6E44B6DCB}"/>
          </ac:spMkLst>
        </pc:spChg>
        <pc:spChg chg="add mod">
          <ac:chgData name="Guillaume Saint-Pierre" userId="ab4a63aca6b51c61" providerId="LiveId" clId="{BE8D0D60-8C36-F34B-A741-E0CA1BE99B02}" dt="2025-05-31T11:56:38.010" v="6504" actId="20577"/>
          <ac:spMkLst>
            <pc:docMk/>
            <pc:sldMk cId="996488081" sldId="427"/>
            <ac:spMk id="10" creationId="{D77DBBF9-302D-69B9-F1C7-9A48206BD4AD}"/>
          </ac:spMkLst>
        </pc:spChg>
        <pc:graphicFrameChg chg="add mod modGraphic">
          <ac:chgData name="Guillaume Saint-Pierre" userId="ab4a63aca6b51c61" providerId="LiveId" clId="{BE8D0D60-8C36-F34B-A741-E0CA1BE99B02}" dt="2025-05-31T08:08:50.071" v="5401" actId="14100"/>
          <ac:graphicFrameMkLst>
            <pc:docMk/>
            <pc:sldMk cId="996488081" sldId="427"/>
            <ac:graphicFrameMk id="2" creationId="{32F05DAF-34CA-2621-B867-56478134F7AF}"/>
          </ac:graphicFrameMkLst>
        </pc:graphicFrameChg>
      </pc:sldChg>
      <pc:sldChg chg="delSp del mod">
        <pc:chgData name="Guillaume Saint-Pierre" userId="ab4a63aca6b51c61" providerId="LiveId" clId="{BE8D0D60-8C36-F34B-A741-E0CA1BE99B02}" dt="2025-05-28T17:49:05.272" v="2928" actId="2696"/>
        <pc:sldMkLst>
          <pc:docMk/>
          <pc:sldMk cId="4281880024" sldId="428"/>
        </pc:sldMkLst>
      </pc:sldChg>
      <pc:sldChg chg="delSp del mod">
        <pc:chgData name="Guillaume Saint-Pierre" userId="ab4a63aca6b51c61" providerId="LiveId" clId="{BE8D0D60-8C36-F34B-A741-E0CA1BE99B02}" dt="2025-05-28T17:49:02.458" v="2927" actId="2696"/>
        <pc:sldMkLst>
          <pc:docMk/>
          <pc:sldMk cId="13287153" sldId="429"/>
        </pc:sldMkLst>
      </pc:sldChg>
      <pc:sldChg chg="addSp modSp mod">
        <pc:chgData name="Guillaume Saint-Pierre" userId="ab4a63aca6b51c61" providerId="LiveId" clId="{BE8D0D60-8C36-F34B-A741-E0CA1BE99B02}" dt="2025-05-31T08:46:53.664" v="5435" actId="1076"/>
        <pc:sldMkLst>
          <pc:docMk/>
          <pc:sldMk cId="427585411" sldId="430"/>
        </pc:sldMkLst>
        <pc:spChg chg="mod">
          <ac:chgData name="Guillaume Saint-Pierre" userId="ab4a63aca6b51c61" providerId="LiveId" clId="{BE8D0D60-8C36-F34B-A741-E0CA1BE99B02}" dt="2025-05-30T10:16:01.718" v="3835" actId="20577"/>
          <ac:spMkLst>
            <pc:docMk/>
            <pc:sldMk cId="427585411" sldId="430"/>
            <ac:spMk id="3" creationId="{20F8ED22-862B-A724-EC66-4609270D579F}"/>
          </ac:spMkLst>
        </pc:spChg>
        <pc:spChg chg="mod">
          <ac:chgData name="Guillaume Saint-Pierre" userId="ab4a63aca6b51c61" providerId="LiveId" clId="{BE8D0D60-8C36-F34B-A741-E0CA1BE99B02}" dt="2025-05-28T19:00:43.653" v="3205" actId="2711"/>
          <ac:spMkLst>
            <pc:docMk/>
            <pc:sldMk cId="427585411" sldId="430"/>
            <ac:spMk id="7" creationId="{585A2616-6D90-9501-7218-42A7569509CC}"/>
          </ac:spMkLst>
        </pc:spChg>
        <pc:graphicFrameChg chg="mod modGraphic">
          <ac:chgData name="Guillaume Saint-Pierre" userId="ab4a63aca6b51c61" providerId="LiveId" clId="{BE8D0D60-8C36-F34B-A741-E0CA1BE99B02}" dt="2025-05-31T08:46:53.664" v="5435" actId="1076"/>
          <ac:graphicFrameMkLst>
            <pc:docMk/>
            <pc:sldMk cId="427585411" sldId="430"/>
            <ac:graphicFrameMk id="2" creationId="{2DF91EAF-5E91-47EF-A105-22EB9A11B1AD}"/>
          </ac:graphicFrameMkLst>
        </pc:graphicFrameChg>
        <pc:picChg chg="add mod">
          <ac:chgData name="Guillaume Saint-Pierre" userId="ab4a63aca6b51c61" providerId="LiveId" clId="{BE8D0D60-8C36-F34B-A741-E0CA1BE99B02}" dt="2025-05-30T12:32:09.501" v="4495" actId="1076"/>
          <ac:picMkLst>
            <pc:docMk/>
            <pc:sldMk cId="427585411" sldId="430"/>
            <ac:picMk id="5" creationId="{FB7CBBF8-9617-46CB-C139-608E2E004F75}"/>
          </ac:picMkLst>
        </pc:picChg>
      </pc:sldChg>
      <pc:sldChg chg="del">
        <pc:chgData name="Guillaume Saint-Pierre" userId="ab4a63aca6b51c61" providerId="LiveId" clId="{BE8D0D60-8C36-F34B-A741-E0CA1BE99B02}" dt="2025-05-28T17:48:10.033" v="2925" actId="2696"/>
        <pc:sldMkLst>
          <pc:docMk/>
          <pc:sldMk cId="3760302026" sldId="432"/>
        </pc:sldMkLst>
      </pc:sldChg>
      <pc:sldChg chg="modSp mod">
        <pc:chgData name="Guillaume Saint-Pierre" userId="ab4a63aca6b51c61" providerId="LiveId" clId="{BE8D0D60-8C36-F34B-A741-E0CA1BE99B02}" dt="2025-05-30T11:52:04.491" v="3969" actId="1076"/>
        <pc:sldMkLst>
          <pc:docMk/>
          <pc:sldMk cId="3237020230" sldId="433"/>
        </pc:sldMkLst>
        <pc:spChg chg="mod">
          <ac:chgData name="Guillaume Saint-Pierre" userId="ab4a63aca6b51c61" providerId="LiveId" clId="{BE8D0D60-8C36-F34B-A741-E0CA1BE99B02}" dt="2025-05-30T10:16:55.575" v="3859" actId="20577"/>
          <ac:spMkLst>
            <pc:docMk/>
            <pc:sldMk cId="3237020230" sldId="433"/>
            <ac:spMk id="3" creationId="{656994A1-27C5-6B93-4A22-EF8CC68B354E}"/>
          </ac:spMkLst>
        </pc:spChg>
        <pc:picChg chg="mod">
          <ac:chgData name="Guillaume Saint-Pierre" userId="ab4a63aca6b51c61" providerId="LiveId" clId="{BE8D0D60-8C36-F34B-A741-E0CA1BE99B02}" dt="2025-05-30T11:52:04.491" v="3969" actId="1076"/>
          <ac:picMkLst>
            <pc:docMk/>
            <pc:sldMk cId="3237020230" sldId="433"/>
            <ac:picMk id="37890" creationId="{CF7FEA4D-E8FB-502D-F6B0-4D3237265546}"/>
          </ac:picMkLst>
        </pc:picChg>
      </pc:sldChg>
      <pc:sldChg chg="addSp delSp modSp mod">
        <pc:chgData name="Guillaume Saint-Pierre" userId="ab4a63aca6b51c61" providerId="LiveId" clId="{BE8D0D60-8C36-F34B-A741-E0CA1BE99B02}" dt="2025-05-31T11:56:14.336" v="6494" actId="20577"/>
        <pc:sldMkLst>
          <pc:docMk/>
          <pc:sldMk cId="3887022874" sldId="434"/>
        </pc:sldMkLst>
        <pc:spChg chg="add del mod">
          <ac:chgData name="Guillaume Saint-Pierre" userId="ab4a63aca6b51c61" providerId="LiveId" clId="{BE8D0D60-8C36-F34B-A741-E0CA1BE99B02}" dt="2025-05-30T15:20:09.667" v="4673" actId="22"/>
          <ac:spMkLst>
            <pc:docMk/>
            <pc:sldMk cId="3887022874" sldId="434"/>
            <ac:spMk id="3" creationId="{325ADB63-6467-46DA-A069-51FF0A976882}"/>
          </ac:spMkLst>
        </pc:spChg>
        <pc:spChg chg="add mod">
          <ac:chgData name="Guillaume Saint-Pierre" userId="ab4a63aca6b51c61" providerId="LiveId" clId="{BE8D0D60-8C36-F34B-A741-E0CA1BE99B02}" dt="2025-05-30T15:20:17.812" v="4675" actId="1076"/>
          <ac:spMkLst>
            <pc:docMk/>
            <pc:sldMk cId="3887022874" sldId="434"/>
            <ac:spMk id="4" creationId="{15130909-97C0-66B6-4A56-30A7FCC8425F}"/>
          </ac:spMkLst>
        </pc:spChg>
        <pc:spChg chg="add mod">
          <ac:chgData name="Guillaume Saint-Pierre" userId="ab4a63aca6b51c61" providerId="LiveId" clId="{BE8D0D60-8C36-F34B-A741-E0CA1BE99B02}" dt="2025-05-31T11:56:14.336" v="6494" actId="20577"/>
          <ac:spMkLst>
            <pc:docMk/>
            <pc:sldMk cId="3887022874" sldId="434"/>
            <ac:spMk id="5" creationId="{EE976688-6810-8F9E-9813-0D1B1D374993}"/>
          </ac:spMkLst>
        </pc:spChg>
        <pc:graphicFrameChg chg="add del mod modGraphic">
          <ac:chgData name="Guillaume Saint-Pierre" userId="ab4a63aca6b51c61" providerId="LiveId" clId="{BE8D0D60-8C36-F34B-A741-E0CA1BE99B02}" dt="2025-05-28T17:12:40.678" v="2040" actId="20577"/>
          <ac:graphicFrameMkLst>
            <pc:docMk/>
            <pc:sldMk cId="3887022874" sldId="434"/>
            <ac:graphicFrameMk id="12" creationId="{9C999C27-640A-AAD6-C009-5CEEBAA41B9B}"/>
          </ac:graphicFrameMkLst>
        </pc:graphicFrameChg>
      </pc:sldChg>
      <pc:sldChg chg="addSp delSp modSp mod">
        <pc:chgData name="Guillaume Saint-Pierre" userId="ab4a63aca6b51c61" providerId="LiveId" clId="{BE8D0D60-8C36-F34B-A741-E0CA1BE99B02}" dt="2025-05-31T11:56:19.480" v="6499" actId="20577"/>
        <pc:sldMkLst>
          <pc:docMk/>
          <pc:sldMk cId="2868084619" sldId="436"/>
        </pc:sldMkLst>
        <pc:spChg chg="mod">
          <ac:chgData name="Guillaume Saint-Pierre" userId="ab4a63aca6b51c61" providerId="LiveId" clId="{BE8D0D60-8C36-F34B-A741-E0CA1BE99B02}" dt="2025-05-31T09:06:03.192" v="5793" actId="1076"/>
          <ac:spMkLst>
            <pc:docMk/>
            <pc:sldMk cId="2868084619" sldId="436"/>
            <ac:spMk id="2" creationId="{00C97C6E-F2BF-FEC4-DED2-4890050CAD25}"/>
          </ac:spMkLst>
        </pc:spChg>
        <pc:spChg chg="add mod">
          <ac:chgData name="Guillaume Saint-Pierre" userId="ab4a63aca6b51c61" providerId="LiveId" clId="{BE8D0D60-8C36-F34B-A741-E0CA1BE99B02}" dt="2025-05-31T11:56:19.480" v="6499" actId="20577"/>
          <ac:spMkLst>
            <pc:docMk/>
            <pc:sldMk cId="2868084619" sldId="436"/>
            <ac:spMk id="3" creationId="{B37E20BC-B80C-2A37-43B1-01AEC3CEC71A}"/>
          </ac:spMkLst>
        </pc:spChg>
        <pc:graphicFrameChg chg="modGraphic">
          <ac:chgData name="Guillaume Saint-Pierre" userId="ab4a63aca6b51c61" providerId="LiveId" clId="{BE8D0D60-8C36-F34B-A741-E0CA1BE99B02}" dt="2025-05-30T20:18:34.139" v="5048" actId="20577"/>
          <ac:graphicFrameMkLst>
            <pc:docMk/>
            <pc:sldMk cId="2868084619" sldId="436"/>
            <ac:graphicFrameMk id="12" creationId="{F324D474-F3E9-1DFE-E546-7A70F4E6553B}"/>
          </ac:graphicFrameMkLst>
        </pc:graphicFrameChg>
      </pc:sldChg>
      <pc:sldChg chg="addSp delSp modSp mod modNotes">
        <pc:chgData name="Guillaume Saint-Pierre" userId="ab4a63aca6b51c61" providerId="LiveId" clId="{BE8D0D60-8C36-F34B-A741-E0CA1BE99B02}" dt="2025-05-28T18:34:23.775" v="2984"/>
        <pc:sldMkLst>
          <pc:docMk/>
          <pc:sldMk cId="607004920" sldId="437"/>
        </pc:sldMkLst>
        <pc:spChg chg="mod">
          <ac:chgData name="Guillaume Saint-Pierre" userId="ab4a63aca6b51c61" providerId="LiveId" clId="{BE8D0D60-8C36-F34B-A741-E0CA1BE99B02}" dt="2025-05-28T18:34:23.234" v="2983" actId="1076"/>
          <ac:spMkLst>
            <pc:docMk/>
            <pc:sldMk cId="607004920" sldId="437"/>
            <ac:spMk id="3" creationId="{259868A5-D702-9475-BC14-E611104E9D6F}"/>
          </ac:spMkLst>
        </pc:spChg>
        <pc:spChg chg="mod">
          <ac:chgData name="Guillaume Saint-Pierre" userId="ab4a63aca6b51c61" providerId="LiveId" clId="{BE8D0D60-8C36-F34B-A741-E0CA1BE99B02}" dt="2025-05-28T13:27:02.161" v="74" actId="1076"/>
          <ac:spMkLst>
            <pc:docMk/>
            <pc:sldMk cId="607004920" sldId="437"/>
            <ac:spMk id="14" creationId="{43336B0D-DD2B-02EC-D915-391E0825C852}"/>
          </ac:spMkLst>
        </pc:spChg>
        <pc:spChg chg="mod">
          <ac:chgData name="Guillaume Saint-Pierre" userId="ab4a63aca6b51c61" providerId="LiveId" clId="{BE8D0D60-8C36-F34B-A741-E0CA1BE99B02}" dt="2025-05-28T13:27:08.131" v="76" actId="1076"/>
          <ac:spMkLst>
            <pc:docMk/>
            <pc:sldMk cId="607004920" sldId="437"/>
            <ac:spMk id="16" creationId="{6C4F9740-77CA-A113-0FC1-AC456535D1C9}"/>
          </ac:spMkLst>
        </pc:spChg>
        <pc:spChg chg="add mod">
          <ac:chgData name="Guillaume Saint-Pierre" userId="ab4a63aca6b51c61" providerId="LiveId" clId="{BE8D0D60-8C36-F34B-A741-E0CA1BE99B02}" dt="2025-05-28T13:26:44.891" v="69" actId="404"/>
          <ac:spMkLst>
            <pc:docMk/>
            <pc:sldMk cId="607004920" sldId="437"/>
            <ac:spMk id="19" creationId="{64EF43EA-A190-3E83-469C-0377D3BF88FC}"/>
          </ac:spMkLst>
        </pc:spChg>
        <pc:spChg chg="add mod">
          <ac:chgData name="Guillaume Saint-Pierre" userId="ab4a63aca6b51c61" providerId="LiveId" clId="{BE8D0D60-8C36-F34B-A741-E0CA1BE99B02}" dt="2025-05-28T18:34:23.775" v="2984"/>
          <ac:spMkLst>
            <pc:docMk/>
            <pc:sldMk cId="607004920" sldId="437"/>
            <ac:spMk id="20" creationId="{5995D6AF-EA95-A6F3-86F1-C085B953EFD8}"/>
          </ac:spMkLst>
        </pc:spChg>
        <pc:graphicFrameChg chg="mod modGraphic">
          <ac:chgData name="Guillaume Saint-Pierre" userId="ab4a63aca6b51c61" providerId="LiveId" clId="{BE8D0D60-8C36-F34B-A741-E0CA1BE99B02}" dt="2025-05-28T13:39:17.131" v="347" actId="1076"/>
          <ac:graphicFrameMkLst>
            <pc:docMk/>
            <pc:sldMk cId="607004920" sldId="437"/>
            <ac:graphicFrameMk id="10" creationId="{7EB37860-EC20-2502-925C-7F96C9616FC9}"/>
          </ac:graphicFrameMkLst>
        </pc:graphicFrameChg>
        <pc:picChg chg="add mod">
          <ac:chgData name="Guillaume Saint-Pierre" userId="ab4a63aca6b51c61" providerId="LiveId" clId="{BE8D0D60-8C36-F34B-A741-E0CA1BE99B02}" dt="2025-05-28T13:27:04.490" v="75" actId="1076"/>
          <ac:picMkLst>
            <pc:docMk/>
            <pc:sldMk cId="607004920" sldId="437"/>
            <ac:picMk id="13" creationId="{1DFEDD17-98C3-BCF5-8472-6A207363E4C2}"/>
          </ac:picMkLst>
        </pc:picChg>
        <pc:picChg chg="add mod">
          <ac:chgData name="Guillaume Saint-Pierre" userId="ab4a63aca6b51c61" providerId="LiveId" clId="{BE8D0D60-8C36-F34B-A741-E0CA1BE99B02}" dt="2025-05-28T13:27:17.979" v="79" actId="1076"/>
          <ac:picMkLst>
            <pc:docMk/>
            <pc:sldMk cId="607004920" sldId="437"/>
            <ac:picMk id="17" creationId="{2BE9F0DF-0000-548C-C481-570E336C273E}"/>
          </ac:picMkLst>
        </pc:picChg>
        <pc:picChg chg="add del">
          <ac:chgData name="Guillaume Saint-Pierre" userId="ab4a63aca6b51c61" providerId="LiveId" clId="{BE8D0D60-8C36-F34B-A741-E0CA1BE99B02}" dt="2025-05-28T13:29:11.293" v="138" actId="478"/>
          <ac:picMkLst>
            <pc:docMk/>
            <pc:sldMk cId="607004920" sldId="437"/>
            <ac:picMk id="2050" creationId="{57214D86-7220-5ED3-DC89-2E283807481E}"/>
          </ac:picMkLst>
        </pc:picChg>
        <pc:picChg chg="mod">
          <ac:chgData name="Guillaume Saint-Pierre" userId="ab4a63aca6b51c61" providerId="LiveId" clId="{BE8D0D60-8C36-F34B-A741-E0CA1BE99B02}" dt="2025-05-28T13:26:25.261" v="63" actId="1076"/>
          <ac:picMkLst>
            <pc:docMk/>
            <pc:sldMk cId="607004920" sldId="437"/>
            <ac:picMk id="10242" creationId="{EC0291F0-D62F-B4E5-DD1C-B751483A409F}"/>
          </ac:picMkLst>
        </pc:picChg>
      </pc:sldChg>
      <pc:sldChg chg="modSp del mod">
        <pc:chgData name="Guillaume Saint-Pierre" userId="ab4a63aca6b51c61" providerId="LiveId" clId="{BE8D0D60-8C36-F34B-A741-E0CA1BE99B02}" dt="2025-05-30T12:30:27.562" v="4469" actId="2696"/>
        <pc:sldMkLst>
          <pc:docMk/>
          <pc:sldMk cId="3885593320" sldId="438"/>
        </pc:sldMkLst>
        <pc:spChg chg="mod">
          <ac:chgData name="Guillaume Saint-Pierre" userId="ab4a63aca6b51c61" providerId="LiveId" clId="{BE8D0D60-8C36-F34B-A741-E0CA1BE99B02}" dt="2025-05-30T10:15:51.452" v="3829" actId="20577"/>
          <ac:spMkLst>
            <pc:docMk/>
            <pc:sldMk cId="3885593320" sldId="438"/>
            <ac:spMk id="3" creationId="{1C05D69B-DEC0-6DA7-F55B-8A8DCFEB94EC}"/>
          </ac:spMkLst>
        </pc:spChg>
      </pc:sldChg>
      <pc:sldChg chg="modSp del mod">
        <pc:chgData name="Guillaume Saint-Pierre" userId="ab4a63aca6b51c61" providerId="LiveId" clId="{BE8D0D60-8C36-F34B-A741-E0CA1BE99B02}" dt="2025-05-30T12:32:22.573" v="4496" actId="2696"/>
        <pc:sldMkLst>
          <pc:docMk/>
          <pc:sldMk cId="99645231" sldId="439"/>
        </pc:sldMkLst>
        <pc:spChg chg="mod">
          <ac:chgData name="Guillaume Saint-Pierre" userId="ab4a63aca6b51c61" providerId="LiveId" clId="{BE8D0D60-8C36-F34B-A741-E0CA1BE99B02}" dt="2025-05-30T10:16:05.288" v="3837" actId="20577"/>
          <ac:spMkLst>
            <pc:docMk/>
            <pc:sldMk cId="99645231" sldId="439"/>
            <ac:spMk id="3" creationId="{240D3438-537F-BED5-6BD2-CF3BEEC90D0E}"/>
          </ac:spMkLst>
        </pc:spChg>
      </pc:sldChg>
      <pc:sldChg chg="delSp modSp del mod">
        <pc:chgData name="Guillaume Saint-Pierre" userId="ab4a63aca6b51c61" providerId="LiveId" clId="{BE8D0D60-8C36-F34B-A741-E0CA1BE99B02}" dt="2025-05-30T12:34:18.360" v="4520" actId="2696"/>
        <pc:sldMkLst>
          <pc:docMk/>
          <pc:sldMk cId="785626320" sldId="440"/>
        </pc:sldMkLst>
      </pc:sldChg>
      <pc:sldChg chg="del">
        <pc:chgData name="Guillaume Saint-Pierre" userId="ab4a63aca6b51c61" providerId="LiveId" clId="{BE8D0D60-8C36-F34B-A741-E0CA1BE99B02}" dt="2025-05-28T17:51:00.004" v="2929" actId="2696"/>
        <pc:sldMkLst>
          <pc:docMk/>
          <pc:sldMk cId="641261301" sldId="441"/>
        </pc:sldMkLst>
      </pc:sldChg>
      <pc:sldChg chg="del">
        <pc:chgData name="Guillaume Saint-Pierre" userId="ab4a63aca6b51c61" providerId="LiveId" clId="{BE8D0D60-8C36-F34B-A741-E0CA1BE99B02}" dt="2025-05-30T12:35:45.167" v="4540" actId="2696"/>
        <pc:sldMkLst>
          <pc:docMk/>
          <pc:sldMk cId="3410422260" sldId="442"/>
        </pc:sldMkLst>
      </pc:sldChg>
      <pc:sldChg chg="modSp mod">
        <pc:chgData name="Guillaume Saint-Pierre" userId="ab4a63aca6b51c61" providerId="LiveId" clId="{BE8D0D60-8C36-F34B-A741-E0CA1BE99B02}" dt="2025-05-30T11:52:25.494" v="3982" actId="20577"/>
        <pc:sldMkLst>
          <pc:docMk/>
          <pc:sldMk cId="2579715039" sldId="443"/>
        </pc:sldMkLst>
        <pc:graphicFrameChg chg="mod">
          <ac:chgData name="Guillaume Saint-Pierre" userId="ab4a63aca6b51c61" providerId="LiveId" clId="{BE8D0D60-8C36-F34B-A741-E0CA1BE99B02}" dt="2025-05-30T11:52:16.018" v="3970" actId="1076"/>
          <ac:graphicFrameMkLst>
            <pc:docMk/>
            <pc:sldMk cId="2579715039" sldId="443"/>
            <ac:graphicFrameMk id="2" creationId="{1D6DE747-7D89-0F66-E0AC-7F380745F99C}"/>
          </ac:graphicFrameMkLst>
        </pc:graphicFrameChg>
        <pc:graphicFrameChg chg="mod modGraphic">
          <ac:chgData name="Guillaume Saint-Pierre" userId="ab4a63aca6b51c61" providerId="LiveId" clId="{BE8D0D60-8C36-F34B-A741-E0CA1BE99B02}" dt="2025-05-30T11:52:25.494" v="3982" actId="20577"/>
          <ac:graphicFrameMkLst>
            <pc:docMk/>
            <pc:sldMk cId="2579715039" sldId="443"/>
            <ac:graphicFrameMk id="10" creationId="{A337BC5D-B97F-2A47-008F-D5E647A2D725}"/>
          </ac:graphicFrameMkLst>
        </pc:graphicFrameChg>
      </pc:sldChg>
      <pc:sldChg chg="addSp modSp mod">
        <pc:chgData name="Guillaume Saint-Pierre" userId="ab4a63aca6b51c61" providerId="LiveId" clId="{BE8D0D60-8C36-F34B-A741-E0CA1BE99B02}" dt="2025-05-30T12:35:28.197" v="4539" actId="1076"/>
        <pc:sldMkLst>
          <pc:docMk/>
          <pc:sldMk cId="586796164" sldId="444"/>
        </pc:sldMkLst>
        <pc:spChg chg="add mod">
          <ac:chgData name="Guillaume Saint-Pierre" userId="ab4a63aca6b51c61" providerId="LiveId" clId="{BE8D0D60-8C36-F34B-A741-E0CA1BE99B02}" dt="2025-05-30T12:35:12.295" v="4535" actId="1076"/>
          <ac:spMkLst>
            <pc:docMk/>
            <pc:sldMk cId="586796164" sldId="444"/>
            <ac:spMk id="2" creationId="{3EE0049B-BE0A-AF17-78FC-6CA6499D9C50}"/>
          </ac:spMkLst>
        </pc:spChg>
        <pc:spChg chg="mod">
          <ac:chgData name="Guillaume Saint-Pierre" userId="ab4a63aca6b51c61" providerId="LiveId" clId="{BE8D0D60-8C36-F34B-A741-E0CA1BE99B02}" dt="2025-05-30T12:34:56.558" v="4530" actId="1076"/>
          <ac:spMkLst>
            <pc:docMk/>
            <pc:sldMk cId="586796164" sldId="444"/>
            <ac:spMk id="3" creationId="{85451071-5330-3A9A-179F-54477D74810E}"/>
          </ac:spMkLst>
        </pc:spChg>
        <pc:spChg chg="add mod">
          <ac:chgData name="Guillaume Saint-Pierre" userId="ab4a63aca6b51c61" providerId="LiveId" clId="{BE8D0D60-8C36-F34B-A741-E0CA1BE99B02}" dt="2025-05-30T12:35:19.607" v="4537"/>
          <ac:spMkLst>
            <pc:docMk/>
            <pc:sldMk cId="586796164" sldId="444"/>
            <ac:spMk id="14" creationId="{FAD77F17-8283-CEDE-4349-B52D2AC77339}"/>
          </ac:spMkLst>
        </pc:spChg>
        <pc:graphicFrameChg chg="mod modGraphic">
          <ac:chgData name="Guillaume Saint-Pierre" userId="ab4a63aca6b51c61" providerId="LiveId" clId="{BE8D0D60-8C36-F34B-A741-E0CA1BE99B02}" dt="2025-05-30T12:34:59.129" v="4531" actId="1076"/>
          <ac:graphicFrameMkLst>
            <pc:docMk/>
            <pc:sldMk cId="586796164" sldId="444"/>
            <ac:graphicFrameMk id="10" creationId="{14063EA0-14B7-D98A-F553-A3E418ADF1A5}"/>
          </ac:graphicFrameMkLst>
        </pc:graphicFrameChg>
        <pc:graphicFrameChg chg="mod modGraphic">
          <ac:chgData name="Guillaume Saint-Pierre" userId="ab4a63aca6b51c61" providerId="LiveId" clId="{BE8D0D60-8C36-F34B-A741-E0CA1BE99B02}" dt="2025-05-30T12:35:04.010" v="4533" actId="14100"/>
          <ac:graphicFrameMkLst>
            <pc:docMk/>
            <pc:sldMk cId="586796164" sldId="444"/>
            <ac:graphicFrameMk id="12" creationId="{0796A9C2-294C-E20C-8969-3D01EFD281F5}"/>
          </ac:graphicFrameMkLst>
        </pc:graphicFrameChg>
        <pc:graphicFrameChg chg="add mod">
          <ac:chgData name="Guillaume Saint-Pierre" userId="ab4a63aca6b51c61" providerId="LiveId" clId="{BE8D0D60-8C36-F34B-A741-E0CA1BE99B02}" dt="2025-05-30T12:35:28.197" v="4539" actId="1076"/>
          <ac:graphicFrameMkLst>
            <pc:docMk/>
            <pc:sldMk cId="586796164" sldId="444"/>
            <ac:graphicFrameMk id="15" creationId="{1DEBDE05-6988-05FF-1190-947168256FF0}"/>
          </ac:graphicFrameMkLst>
        </pc:graphicFrameChg>
      </pc:sldChg>
      <pc:sldChg chg="modSp del mod">
        <pc:chgData name="Guillaume Saint-Pierre" userId="ab4a63aca6b51c61" providerId="LiveId" clId="{BE8D0D60-8C36-F34B-A741-E0CA1BE99B02}" dt="2025-05-28T17:52:12.482" v="2931" actId="2696"/>
        <pc:sldMkLst>
          <pc:docMk/>
          <pc:sldMk cId="3370055307" sldId="445"/>
        </pc:sldMkLst>
      </pc:sldChg>
      <pc:sldChg chg="modSp mod">
        <pc:chgData name="Guillaume Saint-Pierre" userId="ab4a63aca6b51c61" providerId="LiveId" clId="{BE8D0D60-8C36-F34B-A741-E0CA1BE99B02}" dt="2025-05-31T11:36:04.847" v="6222" actId="20577"/>
        <pc:sldMkLst>
          <pc:docMk/>
          <pc:sldMk cId="3748742440" sldId="446"/>
        </pc:sldMkLst>
        <pc:spChg chg="mod">
          <ac:chgData name="Guillaume Saint-Pierre" userId="ab4a63aca6b51c61" providerId="LiveId" clId="{BE8D0D60-8C36-F34B-A741-E0CA1BE99B02}" dt="2025-05-31T11:36:04.847" v="6222" actId="20577"/>
          <ac:spMkLst>
            <pc:docMk/>
            <pc:sldMk cId="3748742440" sldId="446"/>
            <ac:spMk id="2" creationId="{4A10D5D3-BCF9-D82A-E493-D2F0CAE3D90F}"/>
          </ac:spMkLst>
        </pc:spChg>
      </pc:sldChg>
      <pc:sldChg chg="addSp delSp modSp mod">
        <pc:chgData name="Guillaume Saint-Pierre" userId="ab4a63aca6b51c61" providerId="LiveId" clId="{BE8D0D60-8C36-F34B-A741-E0CA1BE99B02}" dt="2025-05-31T11:58:09.811" v="6522" actId="20577"/>
        <pc:sldMkLst>
          <pc:docMk/>
          <pc:sldMk cId="4127738257" sldId="447"/>
        </pc:sldMkLst>
        <pc:spChg chg="add mod">
          <ac:chgData name="Guillaume Saint-Pierre" userId="ab4a63aca6b51c61" providerId="LiveId" clId="{BE8D0D60-8C36-F34B-A741-E0CA1BE99B02}" dt="2025-05-31T11:58:09.811" v="6522" actId="20577"/>
          <ac:spMkLst>
            <pc:docMk/>
            <pc:sldMk cId="4127738257" sldId="447"/>
            <ac:spMk id="2" creationId="{24E7CFE5-72EA-58B3-8D5F-FC5A80033DF2}"/>
          </ac:spMkLst>
        </pc:spChg>
        <pc:spChg chg="del mod">
          <ac:chgData name="Guillaume Saint-Pierre" userId="ab4a63aca6b51c61" providerId="LiveId" clId="{BE8D0D60-8C36-F34B-A741-E0CA1BE99B02}" dt="2025-05-30T16:43:39.836" v="4885" actId="478"/>
          <ac:spMkLst>
            <pc:docMk/>
            <pc:sldMk cId="4127738257" sldId="447"/>
            <ac:spMk id="3" creationId="{64C6B989-7484-99F1-7118-8029C51D64CC}"/>
          </ac:spMkLst>
        </pc:spChg>
        <pc:spChg chg="del mod">
          <ac:chgData name="Guillaume Saint-Pierre" userId="ab4a63aca6b51c61" providerId="LiveId" clId="{BE8D0D60-8C36-F34B-A741-E0CA1BE99B02}" dt="2025-05-31T11:33:11.798" v="6178" actId="478"/>
          <ac:spMkLst>
            <pc:docMk/>
            <pc:sldMk cId="4127738257" sldId="447"/>
            <ac:spMk id="18" creationId="{5A89CD6F-F4AC-4A46-9A74-F2E323820888}"/>
          </ac:spMkLst>
        </pc:spChg>
        <pc:spChg chg="add mod">
          <ac:chgData name="Guillaume Saint-Pierre" userId="ab4a63aca6b51c61" providerId="LiveId" clId="{BE8D0D60-8C36-F34B-A741-E0CA1BE99B02}" dt="2025-05-31T11:57:23.589" v="6515" actId="20577"/>
          <ac:spMkLst>
            <pc:docMk/>
            <pc:sldMk cId="4127738257" sldId="447"/>
            <ac:spMk id="19" creationId="{9039DC69-DCAB-3D1B-875A-EC66A00FA891}"/>
          </ac:spMkLst>
        </pc:spChg>
        <pc:graphicFrameChg chg="add del mod modGraphic">
          <ac:chgData name="Guillaume Saint-Pierre" userId="ab4a63aca6b51c61" providerId="LiveId" clId="{BE8D0D60-8C36-F34B-A741-E0CA1BE99B02}" dt="2025-05-31T11:33:08.337" v="6176" actId="478"/>
          <ac:graphicFrameMkLst>
            <pc:docMk/>
            <pc:sldMk cId="4127738257" sldId="447"/>
            <ac:graphicFrameMk id="11" creationId="{31EED457-C415-963D-27F8-2CF507B911A4}"/>
          </ac:graphicFrameMkLst>
        </pc:graphicFrameChg>
        <pc:picChg chg="add mod">
          <ac:chgData name="Guillaume Saint-Pierre" userId="ab4a63aca6b51c61" providerId="LiveId" clId="{BE8D0D60-8C36-F34B-A741-E0CA1BE99B02}" dt="2025-05-31T11:34:00.280" v="6216" actId="1076"/>
          <ac:picMkLst>
            <pc:docMk/>
            <pc:sldMk cId="4127738257" sldId="447"/>
            <ac:picMk id="15" creationId="{F1835CE3-E585-C6F5-5587-907B82BAC3FA}"/>
          </ac:picMkLst>
        </pc:picChg>
        <pc:picChg chg="add mod">
          <ac:chgData name="Guillaume Saint-Pierre" userId="ab4a63aca6b51c61" providerId="LiveId" clId="{BE8D0D60-8C36-F34B-A741-E0CA1BE99B02}" dt="2025-05-31T11:34:06.520" v="6220" actId="1076"/>
          <ac:picMkLst>
            <pc:docMk/>
            <pc:sldMk cId="4127738257" sldId="447"/>
            <ac:picMk id="17" creationId="{6C1FE063-4696-3FC8-B177-8606F672CD04}"/>
          </ac:picMkLst>
        </pc:picChg>
        <pc:picChg chg="del">
          <ac:chgData name="Guillaume Saint-Pierre" userId="ab4a63aca6b51c61" providerId="LiveId" clId="{BE8D0D60-8C36-F34B-A741-E0CA1BE99B02}" dt="2025-05-31T11:33:12.872" v="6179" actId="478"/>
          <ac:picMkLst>
            <pc:docMk/>
            <pc:sldMk cId="4127738257" sldId="447"/>
            <ac:picMk id="14339" creationId="{2D35FA1C-5301-F252-0693-8D10DCC4F8A6}"/>
          </ac:picMkLst>
        </pc:picChg>
        <pc:picChg chg="del mod">
          <ac:chgData name="Guillaume Saint-Pierre" userId="ab4a63aca6b51c61" providerId="LiveId" clId="{BE8D0D60-8C36-F34B-A741-E0CA1BE99B02}" dt="2025-05-31T11:33:13.905" v="6180" actId="478"/>
          <ac:picMkLst>
            <pc:docMk/>
            <pc:sldMk cId="4127738257" sldId="447"/>
            <ac:picMk id="14341" creationId="{358A5D9A-5DEE-A651-260F-BB14C4981D34}"/>
          </ac:picMkLst>
        </pc:picChg>
      </pc:sldChg>
      <pc:sldChg chg="del">
        <pc:chgData name="Guillaume Saint-Pierre" userId="ab4a63aca6b51c61" providerId="LiveId" clId="{BE8D0D60-8C36-F34B-A741-E0CA1BE99B02}" dt="2025-05-28T17:53:44.462" v="2946" actId="2696"/>
        <pc:sldMkLst>
          <pc:docMk/>
          <pc:sldMk cId="3696712447" sldId="448"/>
        </pc:sldMkLst>
      </pc:sldChg>
      <pc:sldChg chg="modSp mod">
        <pc:chgData name="Guillaume Saint-Pierre" userId="ab4a63aca6b51c61" providerId="LiveId" clId="{BE8D0D60-8C36-F34B-A741-E0CA1BE99B02}" dt="2025-05-31T11:36:09.075" v="6225" actId="20577"/>
        <pc:sldMkLst>
          <pc:docMk/>
          <pc:sldMk cId="3042007596" sldId="449"/>
        </pc:sldMkLst>
        <pc:spChg chg="mod">
          <ac:chgData name="Guillaume Saint-Pierre" userId="ab4a63aca6b51c61" providerId="LiveId" clId="{BE8D0D60-8C36-F34B-A741-E0CA1BE99B02}" dt="2025-05-31T11:36:09.075" v="6225" actId="20577"/>
          <ac:spMkLst>
            <pc:docMk/>
            <pc:sldMk cId="3042007596" sldId="449"/>
            <ac:spMk id="2" creationId="{11E53D34-C2DF-6C7F-514A-815585FA4E93}"/>
          </ac:spMkLst>
        </pc:spChg>
      </pc:sldChg>
      <pc:sldChg chg="addSp delSp modSp mod">
        <pc:chgData name="Guillaume Saint-Pierre" userId="ab4a63aca6b51c61" providerId="LiveId" clId="{BE8D0D60-8C36-F34B-A741-E0CA1BE99B02}" dt="2025-05-31T11:59:13.746" v="6549" actId="20577"/>
        <pc:sldMkLst>
          <pc:docMk/>
          <pc:sldMk cId="3419938082" sldId="450"/>
        </pc:sldMkLst>
        <pc:spChg chg="del mod">
          <ac:chgData name="Guillaume Saint-Pierre" userId="ab4a63aca6b51c61" providerId="LiveId" clId="{BE8D0D60-8C36-F34B-A741-E0CA1BE99B02}" dt="2025-05-30T17:12:57.215" v="4929" actId="478"/>
          <ac:spMkLst>
            <pc:docMk/>
            <pc:sldMk cId="3419938082" sldId="450"/>
            <ac:spMk id="3" creationId="{A8B64F34-DA6F-FA0A-3712-7482824DD445}"/>
          </ac:spMkLst>
        </pc:spChg>
        <pc:spChg chg="add del mod">
          <ac:chgData name="Guillaume Saint-Pierre" userId="ab4a63aca6b51c61" providerId="LiveId" clId="{BE8D0D60-8C36-F34B-A741-E0CA1BE99B02}" dt="2025-05-30T17:13:00.129" v="4930" actId="478"/>
          <ac:spMkLst>
            <pc:docMk/>
            <pc:sldMk cId="3419938082" sldId="450"/>
            <ac:spMk id="14" creationId="{D343C1FA-DBE1-9E4C-9E89-C3F64A84AC85}"/>
          </ac:spMkLst>
        </pc:spChg>
        <pc:spChg chg="add mod">
          <ac:chgData name="Guillaume Saint-Pierre" userId="ab4a63aca6b51c61" providerId="LiveId" clId="{BE8D0D60-8C36-F34B-A741-E0CA1BE99B02}" dt="2025-05-31T11:58:25.357" v="6533" actId="20577"/>
          <ac:spMkLst>
            <pc:docMk/>
            <pc:sldMk cId="3419938082" sldId="450"/>
            <ac:spMk id="15" creationId="{C1EA1F70-C10C-F571-885B-B620BF0B077A}"/>
          </ac:spMkLst>
        </pc:spChg>
        <pc:spChg chg="add mod">
          <ac:chgData name="Guillaume Saint-Pierre" userId="ab4a63aca6b51c61" providerId="LiveId" clId="{BE8D0D60-8C36-F34B-A741-E0CA1BE99B02}" dt="2025-05-31T11:59:13.746" v="6549" actId="20577"/>
          <ac:spMkLst>
            <pc:docMk/>
            <pc:sldMk cId="3419938082" sldId="450"/>
            <ac:spMk id="18" creationId="{360A86C0-E88A-86C3-625E-5C9571CF533F}"/>
          </ac:spMkLst>
        </pc:spChg>
        <pc:picChg chg="add del mod modCrop">
          <ac:chgData name="Guillaume Saint-Pierre" userId="ab4a63aca6b51c61" providerId="LiveId" clId="{BE8D0D60-8C36-F34B-A741-E0CA1BE99B02}" dt="2025-05-30T17:14:15.790" v="4965" actId="478"/>
          <ac:picMkLst>
            <pc:docMk/>
            <pc:sldMk cId="3419938082" sldId="450"/>
            <ac:picMk id="11" creationId="{5A5E5B17-5F8F-AC54-D6A3-CE7743B2A09F}"/>
          </ac:picMkLst>
        </pc:picChg>
        <pc:picChg chg="add mod">
          <ac:chgData name="Guillaume Saint-Pierre" userId="ab4a63aca6b51c61" providerId="LiveId" clId="{BE8D0D60-8C36-F34B-A741-E0CA1BE99B02}" dt="2025-05-30T23:15:34.589" v="5373" actId="1076"/>
          <ac:picMkLst>
            <pc:docMk/>
            <pc:sldMk cId="3419938082" sldId="450"/>
            <ac:picMk id="17" creationId="{836B691A-FFBD-A8A4-474E-8CCC1566296C}"/>
          </ac:picMkLst>
        </pc:picChg>
      </pc:sldChg>
      <pc:sldChg chg="modSp mod">
        <pc:chgData name="Guillaume Saint-Pierre" userId="ab4a63aca6b51c61" providerId="LiveId" clId="{BE8D0D60-8C36-F34B-A741-E0CA1BE99B02}" dt="2025-05-31T11:36:13.613" v="6227" actId="20577"/>
        <pc:sldMkLst>
          <pc:docMk/>
          <pc:sldMk cId="1738407128" sldId="451"/>
        </pc:sldMkLst>
        <pc:spChg chg="mod">
          <ac:chgData name="Guillaume Saint-Pierre" userId="ab4a63aca6b51c61" providerId="LiveId" clId="{BE8D0D60-8C36-F34B-A741-E0CA1BE99B02}" dt="2025-05-31T11:36:13.613" v="6227" actId="20577"/>
          <ac:spMkLst>
            <pc:docMk/>
            <pc:sldMk cId="1738407128" sldId="451"/>
            <ac:spMk id="2" creationId="{F95C1826-60A7-5D07-3706-9B348522286E}"/>
          </ac:spMkLst>
        </pc:spChg>
      </pc:sldChg>
      <pc:sldChg chg="addSp delSp modSp mod">
        <pc:chgData name="Guillaume Saint-Pierre" userId="ab4a63aca6b51c61" providerId="LiveId" clId="{BE8D0D60-8C36-F34B-A741-E0CA1BE99B02}" dt="2025-05-30T08:59:39.901" v="3526" actId="1076"/>
        <pc:sldMkLst>
          <pc:docMk/>
          <pc:sldMk cId="734008881" sldId="452"/>
        </pc:sldMkLst>
        <pc:spChg chg="mod">
          <ac:chgData name="Guillaume Saint-Pierre" userId="ab4a63aca6b51c61" providerId="LiveId" clId="{BE8D0D60-8C36-F34B-A741-E0CA1BE99B02}" dt="2025-05-28T14:09:37.857" v="489" actId="1076"/>
          <ac:spMkLst>
            <pc:docMk/>
            <pc:sldMk cId="734008881" sldId="452"/>
            <ac:spMk id="2" creationId="{A39FDB23-8702-D173-102D-B482851A698F}"/>
          </ac:spMkLst>
        </pc:spChg>
        <pc:spChg chg="add mod">
          <ac:chgData name="Guillaume Saint-Pierre" userId="ab4a63aca6b51c61" providerId="LiveId" clId="{BE8D0D60-8C36-F34B-A741-E0CA1BE99B02}" dt="2025-05-28T14:09:32.291" v="488" actId="1076"/>
          <ac:spMkLst>
            <pc:docMk/>
            <pc:sldMk cId="734008881" sldId="452"/>
            <ac:spMk id="13" creationId="{63DFA9F4-0B22-4FCE-2B55-E2A48EBF6E45}"/>
          </ac:spMkLst>
        </pc:spChg>
        <pc:spChg chg="add mod">
          <ac:chgData name="Guillaume Saint-Pierre" userId="ab4a63aca6b51c61" providerId="LiveId" clId="{BE8D0D60-8C36-F34B-A741-E0CA1BE99B02}" dt="2025-05-28T18:36:29.680" v="3025"/>
          <ac:spMkLst>
            <pc:docMk/>
            <pc:sldMk cId="734008881" sldId="452"/>
            <ac:spMk id="14" creationId="{D61D4788-69B3-8876-73FB-6B380F91ED28}"/>
          </ac:spMkLst>
        </pc:spChg>
        <pc:graphicFrameChg chg="add mod">
          <ac:chgData name="Guillaume Saint-Pierre" userId="ab4a63aca6b51c61" providerId="LiveId" clId="{BE8D0D60-8C36-F34B-A741-E0CA1BE99B02}" dt="2025-05-28T14:09:32.291" v="488" actId="1076"/>
          <ac:graphicFrameMkLst>
            <pc:docMk/>
            <pc:sldMk cId="734008881" sldId="452"/>
            <ac:graphicFrameMk id="12" creationId="{AA185D8A-0F57-B594-CBC1-C24C3A134716}"/>
          </ac:graphicFrameMkLst>
        </pc:graphicFrameChg>
        <pc:picChg chg="add mod">
          <ac:chgData name="Guillaume Saint-Pierre" userId="ab4a63aca6b51c61" providerId="LiveId" clId="{BE8D0D60-8C36-F34B-A741-E0CA1BE99B02}" dt="2025-05-30T08:59:39.901" v="3526" actId="1076"/>
          <ac:picMkLst>
            <pc:docMk/>
            <pc:sldMk cId="734008881" sldId="452"/>
            <ac:picMk id="4" creationId="{DA019236-2DA4-54B1-36ED-B0D6031A16CD}"/>
          </ac:picMkLst>
        </pc:picChg>
      </pc:sldChg>
      <pc:sldChg chg="addSp delSp del mod">
        <pc:chgData name="Guillaume Saint-Pierre" userId="ab4a63aca6b51c61" providerId="LiveId" clId="{BE8D0D60-8C36-F34B-A741-E0CA1BE99B02}" dt="2025-05-28T17:53:41.298" v="2945" actId="2696"/>
        <pc:sldMkLst>
          <pc:docMk/>
          <pc:sldMk cId="2845980099" sldId="454"/>
        </pc:sldMkLst>
      </pc:sldChg>
      <pc:sldChg chg="addSp delSp modSp mod">
        <pc:chgData name="Guillaume Saint-Pierre" userId="ab4a63aca6b51c61" providerId="LiveId" clId="{BE8D0D60-8C36-F34B-A741-E0CA1BE99B02}" dt="2025-05-30T20:20:03.468" v="5053" actId="1076"/>
        <pc:sldMkLst>
          <pc:docMk/>
          <pc:sldMk cId="2988328137" sldId="455"/>
        </pc:sldMkLst>
        <pc:spChg chg="mod">
          <ac:chgData name="Guillaume Saint-Pierre" userId="ab4a63aca6b51c61" providerId="LiveId" clId="{BE8D0D60-8C36-F34B-A741-E0CA1BE99B02}" dt="2025-05-28T14:07:18.886" v="466" actId="1076"/>
          <ac:spMkLst>
            <pc:docMk/>
            <pc:sldMk cId="2988328137" sldId="455"/>
            <ac:spMk id="2" creationId="{A3F0E6B2-83A7-974C-E556-700429AE5C59}"/>
          </ac:spMkLst>
        </pc:spChg>
        <pc:spChg chg="add mod">
          <ac:chgData name="Guillaume Saint-Pierre" userId="ab4a63aca6b51c61" providerId="LiveId" clId="{BE8D0D60-8C36-F34B-A741-E0CA1BE99B02}" dt="2025-05-28T14:06:32.487" v="447"/>
          <ac:spMkLst>
            <pc:docMk/>
            <pc:sldMk cId="2988328137" sldId="455"/>
            <ac:spMk id="11" creationId="{45496449-7A44-E61A-9055-85704D2A2747}"/>
          </ac:spMkLst>
        </pc:spChg>
        <pc:spChg chg="add mod">
          <ac:chgData name="Guillaume Saint-Pierre" userId="ab4a63aca6b51c61" providerId="LiveId" clId="{BE8D0D60-8C36-F34B-A741-E0CA1BE99B02}" dt="2025-05-28T18:36:25.845" v="3023"/>
          <ac:spMkLst>
            <pc:docMk/>
            <pc:sldMk cId="2988328137" sldId="455"/>
            <ac:spMk id="17" creationId="{A9E2195E-5362-21DF-1B02-9C928D799DB9}"/>
          </ac:spMkLst>
        </pc:spChg>
        <pc:graphicFrameChg chg="add mod modGraphic">
          <ac:chgData name="Guillaume Saint-Pierre" userId="ab4a63aca6b51c61" providerId="LiveId" clId="{BE8D0D60-8C36-F34B-A741-E0CA1BE99B02}" dt="2025-05-28T14:07:14.323" v="465" actId="1076"/>
          <ac:graphicFrameMkLst>
            <pc:docMk/>
            <pc:sldMk cId="2988328137" sldId="455"/>
            <ac:graphicFrameMk id="4" creationId="{D1BDEB8E-76A4-2235-C32A-67CDDF536849}"/>
          </ac:graphicFrameMkLst>
        </pc:graphicFrameChg>
        <pc:picChg chg="add mod">
          <ac:chgData name="Guillaume Saint-Pierre" userId="ab4a63aca6b51c61" providerId="LiveId" clId="{BE8D0D60-8C36-F34B-A741-E0CA1BE99B02}" dt="2025-05-30T20:20:03.468" v="5053" actId="1076"/>
          <ac:picMkLst>
            <pc:docMk/>
            <pc:sldMk cId="2988328137" sldId="455"/>
            <ac:picMk id="7" creationId="{85C87A86-35AA-7806-4A41-350DA2537B93}"/>
          </ac:picMkLst>
        </pc:picChg>
      </pc:sldChg>
      <pc:sldChg chg="addSp modSp add mod">
        <pc:chgData name="Guillaume Saint-Pierre" userId="ab4a63aca6b51c61" providerId="LiveId" clId="{BE8D0D60-8C36-F34B-A741-E0CA1BE99B02}" dt="2025-05-31T08:02:43.043" v="5388" actId="1035"/>
        <pc:sldMkLst>
          <pc:docMk/>
          <pc:sldMk cId="1779298484" sldId="456"/>
        </pc:sldMkLst>
        <pc:spChg chg="mod">
          <ac:chgData name="Guillaume Saint-Pierre" userId="ab4a63aca6b51c61" providerId="LiveId" clId="{BE8D0D60-8C36-F34B-A741-E0CA1BE99B02}" dt="2025-05-28T14:10:06.690" v="498" actId="20577"/>
          <ac:spMkLst>
            <pc:docMk/>
            <pc:sldMk cId="1779298484" sldId="456"/>
            <ac:spMk id="2" creationId="{C5C4A217-09E7-D585-B513-CA07E5921923}"/>
          </ac:spMkLst>
        </pc:spChg>
        <pc:spChg chg="add mod">
          <ac:chgData name="Guillaume Saint-Pierre" userId="ab4a63aca6b51c61" providerId="LiveId" clId="{BE8D0D60-8C36-F34B-A741-E0CA1BE99B02}" dt="2025-05-28T18:36:31.905" v="3026"/>
          <ac:spMkLst>
            <pc:docMk/>
            <pc:sldMk cId="1779298484" sldId="456"/>
            <ac:spMk id="3" creationId="{43D7665E-87C3-8D7F-C2FF-2A73E4DF6103}"/>
          </ac:spMkLst>
        </pc:spChg>
        <pc:spChg chg="mod">
          <ac:chgData name="Guillaume Saint-Pierre" userId="ab4a63aca6b51c61" providerId="LiveId" clId="{BE8D0D60-8C36-F34B-A741-E0CA1BE99B02}" dt="2025-05-31T08:02:43.043" v="5388" actId="1035"/>
          <ac:spMkLst>
            <pc:docMk/>
            <pc:sldMk cId="1779298484" sldId="456"/>
            <ac:spMk id="13" creationId="{C46E30F0-E118-67BD-C79C-A7535E36987D}"/>
          </ac:spMkLst>
        </pc:spChg>
        <pc:graphicFrameChg chg="mod modGraphic">
          <ac:chgData name="Guillaume Saint-Pierre" userId="ab4a63aca6b51c61" providerId="LiveId" clId="{BE8D0D60-8C36-F34B-A741-E0CA1BE99B02}" dt="2025-05-31T08:02:34.423" v="5385" actId="1076"/>
          <ac:graphicFrameMkLst>
            <pc:docMk/>
            <pc:sldMk cId="1779298484" sldId="456"/>
            <ac:graphicFrameMk id="12" creationId="{E3B818D7-A418-9D06-4F2D-A39044A112D8}"/>
          </ac:graphicFrameMkLst>
        </pc:graphicFrameChg>
        <pc:picChg chg="add mod">
          <ac:chgData name="Guillaume Saint-Pierre" userId="ab4a63aca6b51c61" providerId="LiveId" clId="{BE8D0D60-8C36-F34B-A741-E0CA1BE99B02}" dt="2025-05-31T08:02:18.959" v="5378"/>
          <ac:picMkLst>
            <pc:docMk/>
            <pc:sldMk cId="1779298484" sldId="456"/>
            <ac:picMk id="11" creationId="{EFD1BF3E-DCBB-45BF-DC76-AE89C5AB9BC1}"/>
          </ac:picMkLst>
        </pc:picChg>
        <pc:picChg chg="add mod">
          <ac:chgData name="Guillaume Saint-Pierre" userId="ab4a63aca6b51c61" providerId="LiveId" clId="{BE8D0D60-8C36-F34B-A741-E0CA1BE99B02}" dt="2025-05-31T08:02:38.798" v="5387" actId="1076"/>
          <ac:picMkLst>
            <pc:docMk/>
            <pc:sldMk cId="1779298484" sldId="456"/>
            <ac:picMk id="15" creationId="{EA54BEAD-3259-858A-104A-B1695AD86676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46:00.505" v="6316" actId="20577"/>
        <pc:sldMkLst>
          <pc:docMk/>
          <pc:sldMk cId="2712358876" sldId="457"/>
        </pc:sldMkLst>
        <pc:spChg chg="mod">
          <ac:chgData name="Guillaume Saint-Pierre" userId="ab4a63aca6b51c61" providerId="LiveId" clId="{BE8D0D60-8C36-F34B-A741-E0CA1BE99B02}" dt="2025-05-30T22:53:59.260" v="5163" actId="20577"/>
          <ac:spMkLst>
            <pc:docMk/>
            <pc:sldMk cId="2712358876" sldId="457"/>
            <ac:spMk id="2" creationId="{C1B643B0-A978-6496-17C3-9B1E40412B7A}"/>
          </ac:spMkLst>
        </pc:spChg>
        <pc:spChg chg="mod">
          <ac:chgData name="Guillaume Saint-Pierre" userId="ab4a63aca6b51c61" providerId="LiveId" clId="{BE8D0D60-8C36-F34B-A741-E0CA1BE99B02}" dt="2025-05-30T22:53:57.759" v="5161" actId="20577"/>
          <ac:spMkLst>
            <pc:docMk/>
            <pc:sldMk cId="2712358876" sldId="457"/>
            <ac:spMk id="3" creationId="{C40B423A-66C8-DBA8-DB03-C870A50B76C6}"/>
          </ac:spMkLst>
        </pc:spChg>
        <pc:spChg chg="add mod">
          <ac:chgData name="Guillaume Saint-Pierre" userId="ab4a63aca6b51c61" providerId="LiveId" clId="{BE8D0D60-8C36-F34B-A741-E0CA1BE99B02}" dt="2025-05-28T15:21:35.196" v="1123" actId="1076"/>
          <ac:spMkLst>
            <pc:docMk/>
            <pc:sldMk cId="2712358876" sldId="457"/>
            <ac:spMk id="15" creationId="{DC96DF67-86B3-F75A-E936-86BA4A1BB0C5}"/>
          </ac:spMkLst>
        </pc:spChg>
        <pc:spChg chg="add mod">
          <ac:chgData name="Guillaume Saint-Pierre" userId="ab4a63aca6b51c61" providerId="LiveId" clId="{BE8D0D60-8C36-F34B-A741-E0CA1BE99B02}" dt="2025-05-31T11:02:54.241" v="5993" actId="14100"/>
          <ac:spMkLst>
            <pc:docMk/>
            <pc:sldMk cId="2712358876" sldId="457"/>
            <ac:spMk id="19" creationId="{F2D4F04C-679E-FEA0-F21B-7F9BA074C7E8}"/>
          </ac:spMkLst>
        </pc:spChg>
        <pc:spChg chg="add mod">
          <ac:chgData name="Guillaume Saint-Pierre" userId="ab4a63aca6b51c61" providerId="LiveId" clId="{BE8D0D60-8C36-F34B-A741-E0CA1BE99B02}" dt="2025-05-31T11:03:00.095" v="5994" actId="1076"/>
          <ac:spMkLst>
            <pc:docMk/>
            <pc:sldMk cId="2712358876" sldId="457"/>
            <ac:spMk id="22" creationId="{47B5ED8B-EC76-94DC-4EDC-1A18337402A6}"/>
          </ac:spMkLst>
        </pc:spChg>
        <pc:spChg chg="add mod">
          <ac:chgData name="Guillaume Saint-Pierre" userId="ab4a63aca6b51c61" providerId="LiveId" clId="{BE8D0D60-8C36-F34B-A741-E0CA1BE99B02}" dt="2025-05-31T11:25:02.438" v="6170" actId="1076"/>
          <ac:spMkLst>
            <pc:docMk/>
            <pc:sldMk cId="2712358876" sldId="457"/>
            <ac:spMk id="24" creationId="{352705D2-72A1-63A3-EB8B-E5AC92939903}"/>
          </ac:spMkLst>
        </pc:spChg>
        <pc:spChg chg="add mod">
          <ac:chgData name="Guillaume Saint-Pierre" userId="ab4a63aca6b51c61" providerId="LiveId" clId="{BE8D0D60-8C36-F34B-A741-E0CA1BE99B02}" dt="2025-05-31T11:46:00.505" v="6316" actId="20577"/>
          <ac:spMkLst>
            <pc:docMk/>
            <pc:sldMk cId="2712358876" sldId="457"/>
            <ac:spMk id="25" creationId="{A036E3D5-4DBC-F5BC-0E9C-9A91FA25DF92}"/>
          </ac:spMkLst>
        </pc:spChg>
        <pc:spChg chg="add del mod">
          <ac:chgData name="Guillaume Saint-Pierre" userId="ab4a63aca6b51c61" providerId="LiveId" clId="{BE8D0D60-8C36-F34B-A741-E0CA1BE99B02}" dt="2025-05-31T10:58:08.353" v="5962" actId="478"/>
          <ac:spMkLst>
            <pc:docMk/>
            <pc:sldMk cId="2712358876" sldId="457"/>
            <ac:spMk id="37" creationId="{0D3D9E1B-4FD9-40D9-C986-EC42B9A18FC6}"/>
          </ac:spMkLst>
        </pc:spChg>
        <pc:picChg chg="add mod modCrop">
          <ac:chgData name="Guillaume Saint-Pierre" userId="ab4a63aca6b51c61" providerId="LiveId" clId="{BE8D0D60-8C36-F34B-A741-E0CA1BE99B02}" dt="2025-05-31T10:56:57.265" v="5951" actId="732"/>
          <ac:picMkLst>
            <pc:docMk/>
            <pc:sldMk cId="2712358876" sldId="457"/>
            <ac:picMk id="5" creationId="{C352CBBD-477C-058F-6ADB-EC72FE03DD7B}"/>
          </ac:picMkLst>
        </pc:picChg>
        <pc:picChg chg="add mod modCrop">
          <ac:chgData name="Guillaume Saint-Pierre" userId="ab4a63aca6b51c61" providerId="LiveId" clId="{BE8D0D60-8C36-F34B-A741-E0CA1BE99B02}" dt="2025-05-31T10:56:37.117" v="5949" actId="1076"/>
          <ac:picMkLst>
            <pc:docMk/>
            <pc:sldMk cId="2712358876" sldId="457"/>
            <ac:picMk id="10" creationId="{A5B79A22-2806-8660-2037-991FE135A87F}"/>
          </ac:picMkLst>
        </pc:picChg>
        <pc:picChg chg="add del mod">
          <ac:chgData name="Guillaume Saint-Pierre" userId="ab4a63aca6b51c61" providerId="LiveId" clId="{BE8D0D60-8C36-F34B-A741-E0CA1BE99B02}" dt="2025-05-31T10:58:05.358" v="5961" actId="478"/>
          <ac:picMkLst>
            <pc:docMk/>
            <pc:sldMk cId="2712358876" sldId="457"/>
            <ac:picMk id="12" creationId="{F807DF7B-6A87-5400-7640-F161757F64F3}"/>
          </ac:picMkLst>
        </pc:picChg>
        <pc:picChg chg="add mod modCrop">
          <ac:chgData name="Guillaume Saint-Pierre" userId="ab4a63aca6b51c61" providerId="LiveId" clId="{BE8D0D60-8C36-F34B-A741-E0CA1BE99B02}" dt="2025-05-31T11:03:03.928" v="5995" actId="1076"/>
          <ac:picMkLst>
            <pc:docMk/>
            <pc:sldMk cId="2712358876" sldId="457"/>
            <ac:picMk id="14" creationId="{3874FCD3-1DCD-6B3A-CADE-32716B00906B}"/>
          </ac:picMkLst>
        </pc:picChg>
        <pc:picChg chg="add mod">
          <ac:chgData name="Guillaume Saint-Pierre" userId="ab4a63aca6b51c61" providerId="LiveId" clId="{BE8D0D60-8C36-F34B-A741-E0CA1BE99B02}" dt="2025-05-31T11:02:50.033" v="5992" actId="14100"/>
          <ac:picMkLst>
            <pc:docMk/>
            <pc:sldMk cId="2712358876" sldId="457"/>
            <ac:picMk id="17" creationId="{6E70184A-8D87-845C-9BD3-8CCF0C022C8D}"/>
          </ac:picMkLst>
        </pc:picChg>
        <pc:picChg chg="add mod">
          <ac:chgData name="Guillaume Saint-Pierre" userId="ab4a63aca6b51c61" providerId="LiveId" clId="{BE8D0D60-8C36-F34B-A741-E0CA1BE99B02}" dt="2025-05-31T11:00:12.329" v="5969" actId="1076"/>
          <ac:picMkLst>
            <pc:docMk/>
            <pc:sldMk cId="2712358876" sldId="457"/>
            <ac:picMk id="18" creationId="{A9D9ED36-0048-36CA-161A-3367EEFC4C5D}"/>
          </ac:picMkLst>
        </pc:picChg>
        <pc:picChg chg="add mod">
          <ac:chgData name="Guillaume Saint-Pierre" userId="ab4a63aca6b51c61" providerId="LiveId" clId="{BE8D0D60-8C36-F34B-A741-E0CA1BE99B02}" dt="2025-05-31T11:02:31.884" v="5987"/>
          <ac:picMkLst>
            <pc:docMk/>
            <pc:sldMk cId="2712358876" sldId="457"/>
            <ac:picMk id="20" creationId="{7C76B3F0-4CE0-20C1-3750-2A4831FD62D7}"/>
          </ac:picMkLst>
        </pc:picChg>
        <pc:picChg chg="add mod">
          <ac:chgData name="Guillaume Saint-Pierre" userId="ab4a63aca6b51c61" providerId="LiveId" clId="{BE8D0D60-8C36-F34B-A741-E0CA1BE99B02}" dt="2025-05-31T11:02:35.580" v="5988"/>
          <ac:picMkLst>
            <pc:docMk/>
            <pc:sldMk cId="2712358876" sldId="457"/>
            <ac:picMk id="21" creationId="{21E6BAE1-ED42-FFDF-C419-1CD09A930316}"/>
          </ac:picMkLst>
        </pc:picChg>
        <pc:picChg chg="add del mod">
          <ac:chgData name="Guillaume Saint-Pierre" userId="ab4a63aca6b51c61" providerId="LiveId" clId="{BE8D0D60-8C36-F34B-A741-E0CA1BE99B02}" dt="2025-05-31T10:57:56.389" v="5957" actId="478"/>
          <ac:picMkLst>
            <pc:docMk/>
            <pc:sldMk cId="2712358876" sldId="457"/>
            <ac:picMk id="36" creationId="{0A58C376-9F73-4752-9079-2B80F9CF706E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47:32.594" v="6323"/>
        <pc:sldMkLst>
          <pc:docMk/>
          <pc:sldMk cId="944816492" sldId="458"/>
        </pc:sldMkLst>
        <pc:spChg chg="mod">
          <ac:chgData name="Guillaume Saint-Pierre" userId="ab4a63aca6b51c61" providerId="LiveId" clId="{BE8D0D60-8C36-F34B-A741-E0CA1BE99B02}" dt="2025-05-31T11:46:16.855" v="6320" actId="20577"/>
          <ac:spMkLst>
            <pc:docMk/>
            <pc:sldMk cId="944816492" sldId="458"/>
            <ac:spMk id="2" creationId="{7EBE3ADE-DDC0-3FB2-B296-15A5C4B5C8A4}"/>
          </ac:spMkLst>
        </pc:spChg>
        <pc:spChg chg="mod">
          <ac:chgData name="Guillaume Saint-Pierre" userId="ab4a63aca6b51c61" providerId="LiveId" clId="{BE8D0D60-8C36-F34B-A741-E0CA1BE99B02}" dt="2025-05-31T11:46:14.421" v="6318" actId="20577"/>
          <ac:spMkLst>
            <pc:docMk/>
            <pc:sldMk cId="944816492" sldId="458"/>
            <ac:spMk id="3" creationId="{2E3CCF59-0FFE-E0E6-B1A9-2F13EA812C0E}"/>
          </ac:spMkLst>
        </pc:spChg>
        <pc:spChg chg="add mod">
          <ac:chgData name="Guillaume Saint-Pierre" userId="ab4a63aca6b51c61" providerId="LiveId" clId="{BE8D0D60-8C36-F34B-A741-E0CA1BE99B02}" dt="2025-05-31T08:52:36.581" v="5479" actId="1076"/>
          <ac:spMkLst>
            <pc:docMk/>
            <pc:sldMk cId="944816492" sldId="458"/>
            <ac:spMk id="7" creationId="{B5A355AF-73CE-D2DC-F171-DEDEDF9B2D1E}"/>
          </ac:spMkLst>
        </pc:spChg>
        <pc:spChg chg="add mod">
          <ac:chgData name="Guillaume Saint-Pierre" userId="ab4a63aca6b51c61" providerId="LiveId" clId="{BE8D0D60-8C36-F34B-A741-E0CA1BE99B02}" dt="2025-05-31T11:47:32.594" v="6323"/>
          <ac:spMkLst>
            <pc:docMk/>
            <pc:sldMk cId="944816492" sldId="458"/>
            <ac:spMk id="11" creationId="{0313F04F-E252-693E-04BF-6212B3CEB341}"/>
          </ac:spMkLst>
        </pc:spChg>
        <pc:spChg chg="mod">
          <ac:chgData name="Guillaume Saint-Pierre" userId="ab4a63aca6b51c61" providerId="LiveId" clId="{BE8D0D60-8C36-F34B-A741-E0CA1BE99B02}" dt="2025-05-28T15:29:19.355" v="1199" actId="1076"/>
          <ac:spMkLst>
            <pc:docMk/>
            <pc:sldMk cId="944816492" sldId="458"/>
            <ac:spMk id="37" creationId="{096494A2-6491-1788-C2BC-1F45563C508E}"/>
          </ac:spMkLst>
        </pc:spChg>
        <pc:picChg chg="add mod">
          <ac:chgData name="Guillaume Saint-Pierre" userId="ab4a63aca6b51c61" providerId="LiveId" clId="{BE8D0D60-8C36-F34B-A741-E0CA1BE99B02}" dt="2025-05-28T15:29:21.015" v="1200" actId="1076"/>
          <ac:picMkLst>
            <pc:docMk/>
            <pc:sldMk cId="944816492" sldId="458"/>
            <ac:picMk id="5" creationId="{DDF0BA3C-BA19-1128-5D34-0B23A31F5AE8}"/>
          </ac:picMkLst>
        </pc:picChg>
        <pc:picChg chg="add mod">
          <ac:chgData name="Guillaume Saint-Pierre" userId="ab4a63aca6b51c61" providerId="LiveId" clId="{BE8D0D60-8C36-F34B-A741-E0CA1BE99B02}" dt="2025-05-28T15:29:24.564" v="1201" actId="1076"/>
          <ac:picMkLst>
            <pc:docMk/>
            <pc:sldMk cId="944816492" sldId="458"/>
            <ac:picMk id="10" creationId="{1D782E3C-D48A-30BA-FFE8-F0A56B03958F}"/>
          </ac:picMkLst>
        </pc:picChg>
        <pc:picChg chg="add mod">
          <ac:chgData name="Guillaume Saint-Pierre" userId="ab4a63aca6b51c61" providerId="LiveId" clId="{BE8D0D60-8C36-F34B-A741-E0CA1BE99B02}" dt="2025-05-31T08:52:23.004" v="5467" actId="1076"/>
          <ac:picMkLst>
            <pc:docMk/>
            <pc:sldMk cId="944816492" sldId="458"/>
            <ac:picMk id="18434" creationId="{F51A666F-77C0-C9E2-F25E-F52D81AEC326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47:56.169" v="6330" actId="20577"/>
        <pc:sldMkLst>
          <pc:docMk/>
          <pc:sldMk cId="253434849" sldId="459"/>
        </pc:sldMkLst>
        <pc:spChg chg="mod">
          <ac:chgData name="Guillaume Saint-Pierre" userId="ab4a63aca6b51c61" providerId="LiveId" clId="{BE8D0D60-8C36-F34B-A741-E0CA1BE99B02}" dt="2025-05-31T11:47:56.169" v="6330" actId="20577"/>
          <ac:spMkLst>
            <pc:docMk/>
            <pc:sldMk cId="253434849" sldId="459"/>
            <ac:spMk id="3" creationId="{F1F02815-D4A4-8AA1-6582-039B922E5FA0}"/>
          </ac:spMkLst>
        </pc:spChg>
        <pc:spChg chg="add mod">
          <ac:chgData name="Guillaume Saint-Pierre" userId="ab4a63aca6b51c61" providerId="LiveId" clId="{BE8D0D60-8C36-F34B-A741-E0CA1BE99B02}" dt="2025-05-31T08:53:05.022" v="5491" actId="1076"/>
          <ac:spMkLst>
            <pc:docMk/>
            <pc:sldMk cId="253434849" sldId="459"/>
            <ac:spMk id="4" creationId="{5C7315FD-0C38-DE1E-B0B7-50D484D1844A}"/>
          </ac:spMkLst>
        </pc:spChg>
        <pc:spChg chg="add mod">
          <ac:chgData name="Guillaume Saint-Pierre" userId="ab4a63aca6b51c61" providerId="LiveId" clId="{BE8D0D60-8C36-F34B-A741-E0CA1BE99B02}" dt="2025-05-31T11:47:43.107" v="6328" actId="20577"/>
          <ac:spMkLst>
            <pc:docMk/>
            <pc:sldMk cId="253434849" sldId="459"/>
            <ac:spMk id="5" creationId="{A47AFC2A-1196-E484-2216-8A45C27F66B1}"/>
          </ac:spMkLst>
        </pc:spChg>
        <pc:picChg chg="add mod">
          <ac:chgData name="Guillaume Saint-Pierre" userId="ab4a63aca6b51c61" providerId="LiveId" clId="{BE8D0D60-8C36-F34B-A741-E0CA1BE99B02}" dt="2025-05-28T15:30:50.262" v="1216" actId="1076"/>
          <ac:picMkLst>
            <pc:docMk/>
            <pc:sldMk cId="253434849" sldId="459"/>
            <ac:picMk id="20482" creationId="{132C3276-490B-918C-86F4-9A680537DDE6}"/>
          </ac:picMkLst>
        </pc:picChg>
      </pc:sldChg>
      <pc:sldChg chg="new del">
        <pc:chgData name="Guillaume Saint-Pierre" userId="ab4a63aca6b51c61" providerId="LiveId" clId="{BE8D0D60-8C36-F34B-A741-E0CA1BE99B02}" dt="2025-05-28T15:30:00.491" v="1203" actId="680"/>
        <pc:sldMkLst>
          <pc:docMk/>
          <pc:sldMk cId="1873759890" sldId="459"/>
        </pc:sldMkLst>
      </pc:sldChg>
      <pc:sldChg chg="new del">
        <pc:chgData name="Guillaume Saint-Pierre" userId="ab4a63aca6b51c61" providerId="LiveId" clId="{BE8D0D60-8C36-F34B-A741-E0CA1BE99B02}" dt="2025-05-28T15:31:16.331" v="1218" actId="680"/>
        <pc:sldMkLst>
          <pc:docMk/>
          <pc:sldMk cId="658362701" sldId="460"/>
        </pc:sldMkLst>
      </pc:sldChg>
      <pc:sldChg chg="addSp delSp modSp add mod">
        <pc:chgData name="Guillaume Saint-Pierre" userId="ab4a63aca6b51c61" providerId="LiveId" clId="{BE8D0D60-8C36-F34B-A741-E0CA1BE99B02}" dt="2025-05-31T11:49:23.381" v="6380" actId="20577"/>
        <pc:sldMkLst>
          <pc:docMk/>
          <pc:sldMk cId="4225486331" sldId="460"/>
        </pc:sldMkLst>
        <pc:spChg chg="add mod">
          <ac:chgData name="Guillaume Saint-Pierre" userId="ab4a63aca6b51c61" providerId="LiveId" clId="{BE8D0D60-8C36-F34B-A741-E0CA1BE99B02}" dt="2025-05-30T09:26:44.634" v="3687" actId="1076"/>
          <ac:spMkLst>
            <pc:docMk/>
            <pc:sldMk cId="4225486331" sldId="460"/>
            <ac:spMk id="2" creationId="{D0221029-CF08-EEE9-4FFF-CE1761A8A6CE}"/>
          </ac:spMkLst>
        </pc:spChg>
        <pc:spChg chg="mod">
          <ac:chgData name="Guillaume Saint-Pierre" userId="ab4a63aca6b51c61" providerId="LiveId" clId="{BE8D0D60-8C36-F34B-A741-E0CA1BE99B02}" dt="2025-05-31T11:47:59.263" v="6332" actId="20577"/>
          <ac:spMkLst>
            <pc:docMk/>
            <pc:sldMk cId="4225486331" sldId="460"/>
            <ac:spMk id="3" creationId="{605F1FA7-E932-CB5F-BF91-0032CC3503E3}"/>
          </ac:spMkLst>
        </pc:spChg>
        <pc:spChg chg="add mod">
          <ac:chgData name="Guillaume Saint-Pierre" userId="ab4a63aca6b51c61" providerId="LiveId" clId="{BE8D0D60-8C36-F34B-A741-E0CA1BE99B02}" dt="2025-05-31T11:48:01.624" v="6334" actId="20577"/>
          <ac:spMkLst>
            <pc:docMk/>
            <pc:sldMk cId="4225486331" sldId="460"/>
            <ac:spMk id="4" creationId="{A31503F5-4247-E7DD-6F04-0B2D4B1A05D4}"/>
          </ac:spMkLst>
        </pc:spChg>
        <pc:spChg chg="add mod">
          <ac:chgData name="Guillaume Saint-Pierre" userId="ab4a63aca6b51c61" providerId="LiveId" clId="{BE8D0D60-8C36-F34B-A741-E0CA1BE99B02}" dt="2025-05-31T11:49:23.381" v="6380" actId="20577"/>
          <ac:spMkLst>
            <pc:docMk/>
            <pc:sldMk cId="4225486331" sldId="460"/>
            <ac:spMk id="5" creationId="{B8FEDB58-BB5E-4A6E-16A9-6F0695AB705F}"/>
          </ac:spMkLst>
        </pc:spChg>
        <pc:picChg chg="add mod">
          <ac:chgData name="Guillaume Saint-Pierre" userId="ab4a63aca6b51c61" providerId="LiveId" clId="{BE8D0D60-8C36-F34B-A741-E0CA1BE99B02}" dt="2025-05-30T09:25:58.918" v="3684" actId="1076"/>
          <ac:picMkLst>
            <pc:docMk/>
            <pc:sldMk cId="4225486331" sldId="460"/>
            <ac:picMk id="10" creationId="{2E95EDA5-534F-7E09-D7BD-82B7FEBEE545}"/>
          </ac:picMkLst>
        </pc:picChg>
        <pc:picChg chg="add mod">
          <ac:chgData name="Guillaume Saint-Pierre" userId="ab4a63aca6b51c61" providerId="LiveId" clId="{BE8D0D60-8C36-F34B-A741-E0CA1BE99B02}" dt="2025-05-30T09:25:30.902" v="3683" actId="1036"/>
          <ac:picMkLst>
            <pc:docMk/>
            <pc:sldMk cId="4225486331" sldId="460"/>
            <ac:picMk id="22532" creationId="{68F0BF09-DFA5-6E2B-5DA1-C8D1FF152A7A}"/>
          </ac:picMkLst>
        </pc:picChg>
        <pc:picChg chg="add mod">
          <ac:chgData name="Guillaume Saint-Pierre" userId="ab4a63aca6b51c61" providerId="LiveId" clId="{BE8D0D60-8C36-F34B-A741-E0CA1BE99B02}" dt="2025-05-28T15:54:33.397" v="1256" actId="14100"/>
          <ac:picMkLst>
            <pc:docMk/>
            <pc:sldMk cId="4225486331" sldId="460"/>
            <ac:picMk id="22534" creationId="{0CEFB2DD-F7DD-B798-D886-B5E32918F9CD}"/>
          </ac:picMkLst>
        </pc:picChg>
        <pc:picChg chg="add mod">
          <ac:chgData name="Guillaume Saint-Pierre" userId="ab4a63aca6b51c61" providerId="LiveId" clId="{BE8D0D60-8C36-F34B-A741-E0CA1BE99B02}" dt="2025-05-28T15:54:35.372" v="1257" actId="1076"/>
          <ac:picMkLst>
            <pc:docMk/>
            <pc:sldMk cId="4225486331" sldId="460"/>
            <ac:picMk id="22536" creationId="{80C8DE87-2B7B-79BE-7FB4-49F440188CED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49:26.422" v="6381"/>
        <pc:sldMkLst>
          <pc:docMk/>
          <pc:sldMk cId="193533240" sldId="461"/>
        </pc:sldMkLst>
        <pc:spChg chg="add mod">
          <ac:chgData name="Guillaume Saint-Pierre" userId="ab4a63aca6b51c61" providerId="LiveId" clId="{BE8D0D60-8C36-F34B-A741-E0CA1BE99B02}" dt="2025-05-31T11:49:26.422" v="6381"/>
          <ac:spMkLst>
            <pc:docMk/>
            <pc:sldMk cId="193533240" sldId="461"/>
            <ac:spMk id="2" creationId="{90D24E54-01E3-BC10-3231-151E65001C52}"/>
          </ac:spMkLst>
        </pc:spChg>
        <pc:spChg chg="add mod">
          <ac:chgData name="Guillaume Saint-Pierre" userId="ab4a63aca6b51c61" providerId="LiveId" clId="{BE8D0D60-8C36-F34B-A741-E0CA1BE99B02}" dt="2025-05-31T08:53:28.796" v="5493" actId="1076"/>
          <ac:spMkLst>
            <pc:docMk/>
            <pc:sldMk cId="193533240" sldId="461"/>
            <ac:spMk id="4" creationId="{F3191459-34CA-F013-FC69-A71DBFCBA49B}"/>
          </ac:spMkLst>
        </pc:spChg>
        <pc:spChg chg="add mod">
          <ac:chgData name="Guillaume Saint-Pierre" userId="ab4a63aca6b51c61" providerId="LiveId" clId="{BE8D0D60-8C36-F34B-A741-E0CA1BE99B02}" dt="2025-05-31T11:48:05.279" v="6336" actId="20577"/>
          <ac:spMkLst>
            <pc:docMk/>
            <pc:sldMk cId="193533240" sldId="461"/>
            <ac:spMk id="11" creationId="{19964EE8-1D64-760B-AE44-EDF670DDA439}"/>
          </ac:spMkLst>
        </pc:spChg>
        <pc:picChg chg="add mod">
          <ac:chgData name="Guillaume Saint-Pierre" userId="ab4a63aca6b51c61" providerId="LiveId" clId="{BE8D0D60-8C36-F34B-A741-E0CA1BE99B02}" dt="2025-05-28T15:56:18.313" v="1273" actId="1076"/>
          <ac:picMkLst>
            <pc:docMk/>
            <pc:sldMk cId="193533240" sldId="461"/>
            <ac:picMk id="24578" creationId="{54F1E60D-CD80-854F-9488-414854FC73A6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1:14.641" v="6411"/>
        <pc:sldMkLst>
          <pc:docMk/>
          <pc:sldMk cId="453834804" sldId="462"/>
        </pc:sldMkLst>
        <pc:spChg chg="add mod">
          <ac:chgData name="Guillaume Saint-Pierre" userId="ab4a63aca6b51c61" providerId="LiveId" clId="{BE8D0D60-8C36-F34B-A741-E0CA1BE99B02}" dt="2025-05-31T11:48:11.114" v="6340" actId="20577"/>
          <ac:spMkLst>
            <pc:docMk/>
            <pc:sldMk cId="453834804" sldId="462"/>
            <ac:spMk id="2" creationId="{17506352-1097-0CBD-8ABC-F146B6E88646}"/>
          </ac:spMkLst>
        </pc:spChg>
        <pc:spChg chg="add mod">
          <ac:chgData name="Guillaume Saint-Pierre" userId="ab4a63aca6b51c61" providerId="LiveId" clId="{BE8D0D60-8C36-F34B-A741-E0CA1BE99B02}" dt="2025-05-30T12:04:11.380" v="4195" actId="14100"/>
          <ac:spMkLst>
            <pc:docMk/>
            <pc:sldMk cId="453834804" sldId="462"/>
            <ac:spMk id="5" creationId="{E8554419-8BFB-4D20-B672-042A6C694A7A}"/>
          </ac:spMkLst>
        </pc:spChg>
        <pc:spChg chg="add mod">
          <ac:chgData name="Guillaume Saint-Pierre" userId="ab4a63aca6b51c61" providerId="LiveId" clId="{BE8D0D60-8C36-F34B-A741-E0CA1BE99B02}" dt="2025-05-30T12:04:05.989" v="4194" actId="14100"/>
          <ac:spMkLst>
            <pc:docMk/>
            <pc:sldMk cId="453834804" sldId="462"/>
            <ac:spMk id="7" creationId="{02E3C2C5-2D75-40F6-D614-B946BD251CDF}"/>
          </ac:spMkLst>
        </pc:spChg>
        <pc:spChg chg="add mod">
          <ac:chgData name="Guillaume Saint-Pierre" userId="ab4a63aca6b51c61" providerId="LiveId" clId="{BE8D0D60-8C36-F34B-A741-E0CA1BE99B02}" dt="2025-05-31T11:51:14.641" v="6411"/>
          <ac:spMkLst>
            <pc:docMk/>
            <pc:sldMk cId="453834804" sldId="462"/>
            <ac:spMk id="10" creationId="{33B4AA6D-555A-786B-482B-837455649C31}"/>
          </ac:spMkLst>
        </pc:spChg>
        <pc:spChg chg="add mod">
          <ac:chgData name="Guillaume Saint-Pierre" userId="ab4a63aca6b51c61" providerId="LiveId" clId="{BE8D0D60-8C36-F34B-A741-E0CA1BE99B02}" dt="2025-05-31T11:49:48.845" v="6383" actId="20577"/>
          <ac:spMkLst>
            <pc:docMk/>
            <pc:sldMk cId="453834804" sldId="462"/>
            <ac:spMk id="11" creationId="{03AF844A-23F1-A605-4175-10AD16D442F6}"/>
          </ac:spMkLst>
        </pc:spChg>
        <pc:picChg chg="add mod">
          <ac:chgData name="Guillaume Saint-Pierre" userId="ab4a63aca6b51c61" providerId="LiveId" clId="{BE8D0D60-8C36-F34B-A741-E0CA1BE99B02}" dt="2025-05-30T12:03:37.118" v="4184" actId="1076"/>
          <ac:picMkLst>
            <pc:docMk/>
            <pc:sldMk cId="453834804" sldId="462"/>
            <ac:picMk id="4" creationId="{0BA68D65-F395-B02D-CF5C-92EAC244B85D}"/>
          </ac:picMkLst>
        </pc:picChg>
        <pc:picChg chg="add mod">
          <ac:chgData name="Guillaume Saint-Pierre" userId="ab4a63aca6b51c61" providerId="LiveId" clId="{BE8D0D60-8C36-F34B-A741-E0CA1BE99B02}" dt="2025-05-30T12:03:27.748" v="4178" actId="1076"/>
          <ac:picMkLst>
            <pc:docMk/>
            <pc:sldMk cId="453834804" sldId="462"/>
            <ac:picMk id="26626" creationId="{15785831-2D20-1955-C8E4-F63BE42EC303}"/>
          </ac:picMkLst>
        </pc:picChg>
        <pc:picChg chg="add mod">
          <ac:chgData name="Guillaume Saint-Pierre" userId="ab4a63aca6b51c61" providerId="LiveId" clId="{BE8D0D60-8C36-F34B-A741-E0CA1BE99B02}" dt="2025-05-30T12:03:32.351" v="4181" actId="1076"/>
          <ac:picMkLst>
            <pc:docMk/>
            <pc:sldMk cId="453834804" sldId="462"/>
            <ac:picMk id="26628" creationId="{A0F01C91-1647-3A89-F2AA-B4FBF6144853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2:19.626" v="6423" actId="20577"/>
        <pc:sldMkLst>
          <pc:docMk/>
          <pc:sldMk cId="2174627525" sldId="463"/>
        </pc:sldMkLst>
        <pc:spChg chg="mod">
          <ac:chgData name="Guillaume Saint-Pierre" userId="ab4a63aca6b51c61" providerId="LiveId" clId="{BE8D0D60-8C36-F34B-A741-E0CA1BE99B02}" dt="2025-05-31T11:50:14.205" v="6399" actId="20577"/>
          <ac:spMkLst>
            <pc:docMk/>
            <pc:sldMk cId="2174627525" sldId="463"/>
            <ac:spMk id="3" creationId="{7076FC7C-EC7D-957D-8F76-4BC2A492D3ED}"/>
          </ac:spMkLst>
        </pc:spChg>
        <pc:spChg chg="add mod">
          <ac:chgData name="Guillaume Saint-Pierre" userId="ab4a63aca6b51c61" providerId="LiveId" clId="{BE8D0D60-8C36-F34B-A741-E0CA1BE99B02}" dt="2025-05-28T16:00:10.875" v="1335" actId="1076"/>
          <ac:spMkLst>
            <pc:docMk/>
            <pc:sldMk cId="2174627525" sldId="463"/>
            <ac:spMk id="4" creationId="{18B29CBB-7F5A-33A8-2B34-7024C1D5EBA3}"/>
          </ac:spMkLst>
        </pc:spChg>
        <pc:spChg chg="add mod">
          <ac:chgData name="Guillaume Saint-Pierre" userId="ab4a63aca6b51c61" providerId="LiveId" clId="{BE8D0D60-8C36-F34B-A741-E0CA1BE99B02}" dt="2025-05-30T12:10:38.295" v="4310" actId="1076"/>
          <ac:spMkLst>
            <pc:docMk/>
            <pc:sldMk cId="2174627525" sldId="463"/>
            <ac:spMk id="7" creationId="{76C8ECA3-3AF3-6256-5364-75B3FD436914}"/>
          </ac:spMkLst>
        </pc:spChg>
        <pc:spChg chg="add mod">
          <ac:chgData name="Guillaume Saint-Pierre" userId="ab4a63aca6b51c61" providerId="LiveId" clId="{BE8D0D60-8C36-F34B-A741-E0CA1BE99B02}" dt="2025-05-30T20:17:03.096" v="5034" actId="14100"/>
          <ac:spMkLst>
            <pc:docMk/>
            <pc:sldMk cId="2174627525" sldId="463"/>
            <ac:spMk id="11" creationId="{58D9AF5C-CAFD-5476-E907-66CB065DFAD4}"/>
          </ac:spMkLst>
        </pc:spChg>
        <pc:spChg chg="add mod">
          <ac:chgData name="Guillaume Saint-Pierre" userId="ab4a63aca6b51c61" providerId="LiveId" clId="{BE8D0D60-8C36-F34B-A741-E0CA1BE99B02}" dt="2025-05-31T11:52:19.626" v="6423" actId="20577"/>
          <ac:spMkLst>
            <pc:docMk/>
            <pc:sldMk cId="2174627525" sldId="463"/>
            <ac:spMk id="12" creationId="{70F41651-2BA2-8409-DAB1-DD7946878CA4}"/>
          </ac:spMkLst>
        </pc:spChg>
        <pc:spChg chg="mod">
          <ac:chgData name="Guillaume Saint-Pierre" userId="ab4a63aca6b51c61" providerId="LiveId" clId="{BE8D0D60-8C36-F34B-A741-E0CA1BE99B02}" dt="2025-05-31T11:50:16.623" v="6401" actId="20577"/>
          <ac:spMkLst>
            <pc:docMk/>
            <pc:sldMk cId="2174627525" sldId="463"/>
            <ac:spMk id="15" creationId="{89B63842-8782-1D51-AC07-589B8780170B}"/>
          </ac:spMkLst>
        </pc:spChg>
        <pc:graphicFrameChg chg="add mod modGraphic">
          <ac:chgData name="Guillaume Saint-Pierre" userId="ab4a63aca6b51c61" providerId="LiveId" clId="{BE8D0D60-8C36-F34B-A741-E0CA1BE99B02}" dt="2025-05-31T11:40:00.239" v="6260" actId="1076"/>
          <ac:graphicFrameMkLst>
            <pc:docMk/>
            <pc:sldMk cId="2174627525" sldId="463"/>
            <ac:graphicFrameMk id="2" creationId="{EACA370B-C1EE-C94A-41A7-4911884E9E1F}"/>
          </ac:graphicFrameMkLst>
        </pc:graphicFrameChg>
        <pc:picChg chg="add mod">
          <ac:chgData name="Guillaume Saint-Pierre" userId="ab4a63aca6b51c61" providerId="LiveId" clId="{BE8D0D60-8C36-F34B-A741-E0CA1BE99B02}" dt="2025-05-30T12:10:21.299" v="4305" actId="1076"/>
          <ac:picMkLst>
            <pc:docMk/>
            <pc:sldMk cId="2174627525" sldId="463"/>
            <ac:picMk id="10" creationId="{9DF12F6A-CD54-D88C-896C-9CA868FF453D}"/>
          </ac:picMkLst>
        </pc:picChg>
        <pc:picChg chg="add mod">
          <ac:chgData name="Guillaume Saint-Pierre" userId="ab4a63aca6b51c61" providerId="LiveId" clId="{BE8D0D60-8C36-F34B-A741-E0CA1BE99B02}" dt="2025-05-30T12:10:23.604" v="4306" actId="14100"/>
          <ac:picMkLst>
            <pc:docMk/>
            <pc:sldMk cId="2174627525" sldId="463"/>
            <ac:picMk id="28675" creationId="{E039CBDC-1F77-8E4F-F0CD-5F243D6C9965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2:28.607" v="6426" actId="20577"/>
        <pc:sldMkLst>
          <pc:docMk/>
          <pc:sldMk cId="773055332" sldId="464"/>
        </pc:sldMkLst>
        <pc:spChg chg="mod">
          <ac:chgData name="Guillaume Saint-Pierre" userId="ab4a63aca6b51c61" providerId="LiveId" clId="{BE8D0D60-8C36-F34B-A741-E0CA1BE99B02}" dt="2025-05-31T11:50:28.637" v="6403" actId="20577"/>
          <ac:spMkLst>
            <pc:docMk/>
            <pc:sldMk cId="773055332" sldId="464"/>
            <ac:spMk id="3" creationId="{1592AF2C-490E-B153-4734-F63A33810E30}"/>
          </ac:spMkLst>
        </pc:spChg>
        <pc:spChg chg="add mod">
          <ac:chgData name="Guillaume Saint-Pierre" userId="ab4a63aca6b51c61" providerId="LiveId" clId="{BE8D0D60-8C36-F34B-A741-E0CA1BE99B02}" dt="2025-05-31T11:40:13.135" v="6263" actId="1076"/>
          <ac:spMkLst>
            <pc:docMk/>
            <pc:sldMk cId="773055332" sldId="464"/>
            <ac:spMk id="5" creationId="{5CE8C4E0-55EE-42D7-4D65-2DE5031ED6A7}"/>
          </ac:spMkLst>
        </pc:spChg>
        <pc:spChg chg="add mod">
          <ac:chgData name="Guillaume Saint-Pierre" userId="ab4a63aca6b51c61" providerId="LiveId" clId="{BE8D0D60-8C36-F34B-A741-E0CA1BE99B02}" dt="2025-05-31T11:52:28.607" v="6426" actId="20577"/>
          <ac:spMkLst>
            <pc:docMk/>
            <pc:sldMk cId="773055332" sldId="464"/>
            <ac:spMk id="7" creationId="{3BC6A946-0E8D-643B-0902-9E85188F54B8}"/>
          </ac:spMkLst>
        </pc:spChg>
        <pc:spChg chg="add mod">
          <ac:chgData name="Guillaume Saint-Pierre" userId="ab4a63aca6b51c61" providerId="LiveId" clId="{BE8D0D60-8C36-F34B-A741-E0CA1BE99B02}" dt="2025-05-31T11:40:06.329" v="6261" actId="1076"/>
          <ac:spMkLst>
            <pc:docMk/>
            <pc:sldMk cId="773055332" sldId="464"/>
            <ac:spMk id="10" creationId="{C22CAA89-96E1-A8FC-A8BD-C28375F95B56}"/>
          </ac:spMkLst>
        </pc:spChg>
        <pc:spChg chg="mod">
          <ac:chgData name="Guillaume Saint-Pierre" userId="ab4a63aca6b51c61" providerId="LiveId" clId="{BE8D0D60-8C36-F34B-A741-E0CA1BE99B02}" dt="2025-05-31T11:50:31.114" v="6405" actId="20577"/>
          <ac:spMkLst>
            <pc:docMk/>
            <pc:sldMk cId="773055332" sldId="464"/>
            <ac:spMk id="15" creationId="{39DAC7C4-89E4-8DE8-053D-C1981055DE1C}"/>
          </ac:spMkLst>
        </pc:spChg>
        <pc:picChg chg="add mod">
          <ac:chgData name="Guillaume Saint-Pierre" userId="ab4a63aca6b51c61" providerId="LiveId" clId="{BE8D0D60-8C36-F34B-A741-E0CA1BE99B02}" dt="2025-05-31T11:40:14.948" v="6264" actId="1076"/>
          <ac:picMkLst>
            <pc:docMk/>
            <pc:sldMk cId="773055332" sldId="464"/>
            <ac:picMk id="30722" creationId="{B69E43C5-8DD1-1CE5-28ED-6F80282CA9E7}"/>
          </ac:picMkLst>
        </pc:picChg>
        <pc:picChg chg="add mod">
          <ac:chgData name="Guillaume Saint-Pierre" userId="ab4a63aca6b51c61" providerId="LiveId" clId="{BE8D0D60-8C36-F34B-A741-E0CA1BE99B02}" dt="2025-05-31T11:40:08.303" v="6262" actId="1076"/>
          <ac:picMkLst>
            <pc:docMk/>
            <pc:sldMk cId="773055332" sldId="464"/>
            <ac:picMk id="30724" creationId="{F763D0D0-1E73-F373-AFC7-E5F517A3B679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3:13.486" v="6436" actId="20577"/>
        <pc:sldMkLst>
          <pc:docMk/>
          <pc:sldMk cId="1996192660" sldId="465"/>
        </pc:sldMkLst>
        <pc:spChg chg="add mod">
          <ac:chgData name="Guillaume Saint-Pierre" userId="ab4a63aca6b51c61" providerId="LiveId" clId="{BE8D0D60-8C36-F34B-A741-E0CA1BE99B02}" dt="2025-05-31T11:53:13.486" v="6436" actId="20577"/>
          <ac:spMkLst>
            <pc:docMk/>
            <pc:sldMk cId="1996192660" sldId="465"/>
            <ac:spMk id="2" creationId="{16DA96EE-1BB3-4C77-612E-D3A6A750409B}"/>
          </ac:spMkLst>
        </pc:spChg>
        <pc:spChg chg="mod">
          <ac:chgData name="Guillaume Saint-Pierre" userId="ab4a63aca6b51c61" providerId="LiveId" clId="{BE8D0D60-8C36-F34B-A741-E0CA1BE99B02}" dt="2025-05-31T11:50:38.555" v="6410" actId="20577"/>
          <ac:spMkLst>
            <pc:docMk/>
            <pc:sldMk cId="1996192660" sldId="465"/>
            <ac:spMk id="3" creationId="{2BCEE1C7-9FE3-8CE3-64DA-198DA1F74092}"/>
          </ac:spMkLst>
        </pc:spChg>
        <pc:spChg chg="add mod">
          <ac:chgData name="Guillaume Saint-Pierre" userId="ab4a63aca6b51c61" providerId="LiveId" clId="{BE8D0D60-8C36-F34B-A741-E0CA1BE99B02}" dt="2025-05-28T16:11:36.869" v="1442" actId="1076"/>
          <ac:spMkLst>
            <pc:docMk/>
            <pc:sldMk cId="1996192660" sldId="465"/>
            <ac:spMk id="5" creationId="{CE96EA6D-08C6-9822-EC55-559B8EA6B12C}"/>
          </ac:spMkLst>
        </pc:spChg>
        <pc:spChg chg="add mod">
          <ac:chgData name="Guillaume Saint-Pierre" userId="ab4a63aca6b51c61" providerId="LiveId" clId="{BE8D0D60-8C36-F34B-A741-E0CA1BE99B02}" dt="2025-05-28T16:12:00.309" v="1448" actId="14100"/>
          <ac:spMkLst>
            <pc:docMk/>
            <pc:sldMk cId="1996192660" sldId="465"/>
            <ac:spMk id="12" creationId="{00F90264-1DD6-B845-461B-EA4AC2520E86}"/>
          </ac:spMkLst>
        </pc:spChg>
        <pc:spChg chg="add mod">
          <ac:chgData name="Guillaume Saint-Pierre" userId="ab4a63aca6b51c61" providerId="LiveId" clId="{BE8D0D60-8C36-F34B-A741-E0CA1BE99B02}" dt="2025-05-28T16:12:09.235" v="1450" actId="1076"/>
          <ac:spMkLst>
            <pc:docMk/>
            <pc:sldMk cId="1996192660" sldId="465"/>
            <ac:spMk id="16" creationId="{1344BE5B-CCC2-5B4E-A6D4-45C48FF3C92C}"/>
          </ac:spMkLst>
        </pc:spChg>
        <pc:spChg chg="add mod">
          <ac:chgData name="Guillaume Saint-Pierre" userId="ab4a63aca6b51c61" providerId="LiveId" clId="{BE8D0D60-8C36-F34B-A741-E0CA1BE99B02}" dt="2025-05-28T16:12:38.273" v="1459" actId="14100"/>
          <ac:spMkLst>
            <pc:docMk/>
            <pc:sldMk cId="1996192660" sldId="465"/>
            <ac:spMk id="19" creationId="{9F251957-5502-A897-BD68-D336D6CCD051}"/>
          </ac:spMkLst>
        </pc:spChg>
        <pc:picChg chg="add mod">
          <ac:chgData name="Guillaume Saint-Pierre" userId="ab4a63aca6b51c61" providerId="LiveId" clId="{BE8D0D60-8C36-F34B-A741-E0CA1BE99B02}" dt="2025-05-28T16:11:41.461" v="1444" actId="14100"/>
          <ac:picMkLst>
            <pc:docMk/>
            <pc:sldMk cId="1996192660" sldId="465"/>
            <ac:picMk id="11" creationId="{597F62EF-EE44-ABA3-F2CD-376E88F5C8D3}"/>
          </ac:picMkLst>
        </pc:picChg>
        <pc:picChg chg="add mod">
          <ac:chgData name="Guillaume Saint-Pierre" userId="ab4a63aca6b51c61" providerId="LiveId" clId="{BE8D0D60-8C36-F34B-A741-E0CA1BE99B02}" dt="2025-05-28T16:11:49.564" v="1446" actId="1076"/>
          <ac:picMkLst>
            <pc:docMk/>
            <pc:sldMk cId="1996192660" sldId="465"/>
            <ac:picMk id="14" creationId="{8DF13FD5-F7D9-BC51-9629-DB7D3F941A3B}"/>
          </ac:picMkLst>
        </pc:picChg>
        <pc:picChg chg="add mod">
          <ac:chgData name="Guillaume Saint-Pierre" userId="ab4a63aca6b51c61" providerId="LiveId" clId="{BE8D0D60-8C36-F34B-A741-E0CA1BE99B02}" dt="2025-05-28T16:12:22.336" v="1455" actId="1076"/>
          <ac:picMkLst>
            <pc:docMk/>
            <pc:sldMk cId="1996192660" sldId="465"/>
            <ac:picMk id="18" creationId="{AD2CB227-1ED6-8666-00F7-B4358285EDDC}"/>
          </ac:picMkLst>
        </pc:picChg>
        <pc:picChg chg="add mod">
          <ac:chgData name="Guillaume Saint-Pierre" userId="ab4a63aca6b51c61" providerId="LiveId" clId="{BE8D0D60-8C36-F34B-A741-E0CA1BE99B02}" dt="2025-05-28T16:11:34.026" v="1441" actId="1076"/>
          <ac:picMkLst>
            <pc:docMk/>
            <pc:sldMk cId="1996192660" sldId="465"/>
            <ac:picMk id="32770" creationId="{D960354D-6DCF-1D70-5F87-664538EB4CCC}"/>
          </ac:picMkLst>
        </pc:picChg>
      </pc:sldChg>
      <pc:sldChg chg="new del">
        <pc:chgData name="Guillaume Saint-Pierre" userId="ab4a63aca6b51c61" providerId="LiveId" clId="{BE8D0D60-8C36-F34B-A741-E0CA1BE99B02}" dt="2025-05-28T16:13:18.654" v="1461" actId="680"/>
        <pc:sldMkLst>
          <pc:docMk/>
          <pc:sldMk cId="1399883100" sldId="466"/>
        </pc:sldMkLst>
      </pc:sldChg>
      <pc:sldChg chg="addSp delSp modSp add mod ord">
        <pc:chgData name="Guillaume Saint-Pierre" userId="ab4a63aca6b51c61" providerId="LiveId" clId="{BE8D0D60-8C36-F34B-A741-E0CA1BE99B02}" dt="2025-05-30T10:15:06.767" v="3805" actId="20577"/>
        <pc:sldMkLst>
          <pc:docMk/>
          <pc:sldMk cId="3021627444" sldId="466"/>
        </pc:sldMkLst>
        <pc:spChg chg="mod">
          <ac:chgData name="Guillaume Saint-Pierre" userId="ab4a63aca6b51c61" providerId="LiveId" clId="{BE8D0D60-8C36-F34B-A741-E0CA1BE99B02}" dt="2025-05-30T10:15:06.767" v="3805" actId="20577"/>
          <ac:spMkLst>
            <pc:docMk/>
            <pc:sldMk cId="3021627444" sldId="466"/>
            <ac:spMk id="2" creationId="{8616F9DC-CB76-77EB-1383-542639547B3E}"/>
          </ac:spMkLst>
        </pc:spChg>
        <pc:picChg chg="add mod">
          <ac:chgData name="Guillaume Saint-Pierre" userId="ab4a63aca6b51c61" providerId="LiveId" clId="{BE8D0D60-8C36-F34B-A741-E0CA1BE99B02}" dt="2025-05-28T18:38:58.462" v="3052" actId="1076"/>
          <ac:picMkLst>
            <pc:docMk/>
            <pc:sldMk cId="3021627444" sldId="466"/>
            <ac:picMk id="9" creationId="{7426FCB0-9E5E-AB86-2C29-7E07A01E6806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3:32.841" v="6446" actId="1076"/>
        <pc:sldMkLst>
          <pc:docMk/>
          <pc:sldMk cId="1843048745" sldId="467"/>
        </pc:sldMkLst>
        <pc:spChg chg="mod">
          <ac:chgData name="Guillaume Saint-Pierre" userId="ab4a63aca6b51c61" providerId="LiveId" clId="{BE8D0D60-8C36-F34B-A741-E0CA1BE99B02}" dt="2025-05-31T11:20:52.980" v="6083"/>
          <ac:spMkLst>
            <pc:docMk/>
            <pc:sldMk cId="1843048745" sldId="467"/>
            <ac:spMk id="3" creationId="{1AEE2D70-7FF7-B7AD-E825-0A422AC6EF41}"/>
          </ac:spMkLst>
        </pc:spChg>
        <pc:spChg chg="add mod">
          <ac:chgData name="Guillaume Saint-Pierre" userId="ab4a63aca6b51c61" providerId="LiveId" clId="{BE8D0D60-8C36-F34B-A741-E0CA1BE99B02}" dt="2025-05-31T11:07:07.568" v="6040" actId="1076"/>
          <ac:spMkLst>
            <pc:docMk/>
            <pc:sldMk cId="1843048745" sldId="467"/>
            <ac:spMk id="5" creationId="{0D2DA40A-9FA5-DC53-3299-87D7D94C75B3}"/>
          </ac:spMkLst>
        </pc:spChg>
        <pc:spChg chg="add mod">
          <ac:chgData name="Guillaume Saint-Pierre" userId="ab4a63aca6b51c61" providerId="LiveId" clId="{BE8D0D60-8C36-F34B-A741-E0CA1BE99B02}" dt="2025-05-28T16:16:06.206" v="1481" actId="1076"/>
          <ac:spMkLst>
            <pc:docMk/>
            <pc:sldMk cId="1843048745" sldId="467"/>
            <ac:spMk id="7" creationId="{0BE5900D-1C95-ECB9-381B-C443E1B4BC6A}"/>
          </ac:spMkLst>
        </pc:spChg>
        <pc:spChg chg="add mod">
          <ac:chgData name="Guillaume Saint-Pierre" userId="ab4a63aca6b51c61" providerId="LiveId" clId="{BE8D0D60-8C36-F34B-A741-E0CA1BE99B02}" dt="2025-05-31T11:06:56.781" v="6038" actId="1076"/>
          <ac:spMkLst>
            <pc:docMk/>
            <pc:sldMk cId="1843048745" sldId="467"/>
            <ac:spMk id="12" creationId="{9D04E0F2-ED5C-266B-355E-E68BC18F1CBE}"/>
          </ac:spMkLst>
        </pc:spChg>
        <pc:spChg chg="add mod">
          <ac:chgData name="Guillaume Saint-Pierre" userId="ab4a63aca6b51c61" providerId="LiveId" clId="{BE8D0D60-8C36-F34B-A741-E0CA1BE99B02}" dt="2025-05-31T11:05:54.418" v="6015" actId="1076"/>
          <ac:spMkLst>
            <pc:docMk/>
            <pc:sldMk cId="1843048745" sldId="467"/>
            <ac:spMk id="15" creationId="{6B3E315A-455B-0DD6-A511-9914088ED637}"/>
          </ac:spMkLst>
        </pc:spChg>
        <pc:spChg chg="add mod">
          <ac:chgData name="Guillaume Saint-Pierre" userId="ab4a63aca6b51c61" providerId="LiveId" clId="{BE8D0D60-8C36-F34B-A741-E0CA1BE99B02}" dt="2025-05-31T11:05:04.784" v="5998" actId="1076"/>
          <ac:spMkLst>
            <pc:docMk/>
            <pc:sldMk cId="1843048745" sldId="467"/>
            <ac:spMk id="17" creationId="{ADF41F1E-0358-AB0B-9090-DB4A844628D7}"/>
          </ac:spMkLst>
        </pc:spChg>
        <pc:spChg chg="add mod">
          <ac:chgData name="Guillaume Saint-Pierre" userId="ab4a63aca6b51c61" providerId="LiveId" clId="{BE8D0D60-8C36-F34B-A741-E0CA1BE99B02}" dt="2025-05-31T11:20:45.676" v="6082" actId="1076"/>
          <ac:spMkLst>
            <pc:docMk/>
            <pc:sldMk cId="1843048745" sldId="467"/>
            <ac:spMk id="25" creationId="{585E5189-F487-1AF8-2895-1B41EFB579A7}"/>
          </ac:spMkLst>
        </pc:spChg>
        <pc:spChg chg="add mod">
          <ac:chgData name="Guillaume Saint-Pierre" userId="ab4a63aca6b51c61" providerId="LiveId" clId="{BE8D0D60-8C36-F34B-A741-E0CA1BE99B02}" dt="2025-05-31T11:21:15.326" v="6095" actId="1076"/>
          <ac:spMkLst>
            <pc:docMk/>
            <pc:sldMk cId="1843048745" sldId="467"/>
            <ac:spMk id="28" creationId="{4E2FAAC1-2CE4-44C8-8AA1-31F1CDE813E5}"/>
          </ac:spMkLst>
        </pc:spChg>
        <pc:spChg chg="add mod">
          <ac:chgData name="Guillaume Saint-Pierre" userId="ab4a63aca6b51c61" providerId="LiveId" clId="{BE8D0D60-8C36-F34B-A741-E0CA1BE99B02}" dt="2025-05-31T11:21:36.276" v="6109" actId="1076"/>
          <ac:spMkLst>
            <pc:docMk/>
            <pc:sldMk cId="1843048745" sldId="467"/>
            <ac:spMk id="30" creationId="{6E31D389-773A-3B6D-EEE5-04A91494F5ED}"/>
          </ac:spMkLst>
        </pc:spChg>
        <pc:spChg chg="add mod">
          <ac:chgData name="Guillaume Saint-Pierre" userId="ab4a63aca6b51c61" providerId="LiveId" clId="{BE8D0D60-8C36-F34B-A741-E0CA1BE99B02}" dt="2025-05-31T11:53:32.841" v="6446" actId="1076"/>
          <ac:spMkLst>
            <pc:docMk/>
            <pc:sldMk cId="1843048745" sldId="467"/>
            <ac:spMk id="31" creationId="{A0D0C64C-E4A2-42B0-6B7E-FF00D23DC52D}"/>
          </ac:spMkLst>
        </pc:spChg>
        <pc:graphicFrameChg chg="add mod">
          <ac:chgData name="Guillaume Saint-Pierre" userId="ab4a63aca6b51c61" providerId="LiveId" clId="{BE8D0D60-8C36-F34B-A741-E0CA1BE99B02}" dt="2025-05-31T11:04:44.705" v="5996" actId="1076"/>
          <ac:graphicFrameMkLst>
            <pc:docMk/>
            <pc:sldMk cId="1843048745" sldId="467"/>
            <ac:graphicFrameMk id="2" creationId="{783991C4-53D9-F6F0-11DC-4CA287B909E8}"/>
          </ac:graphicFrameMkLst>
        </pc:graphicFrameChg>
        <pc:picChg chg="add mod">
          <ac:chgData name="Guillaume Saint-Pierre" userId="ab4a63aca6b51c61" providerId="LiveId" clId="{BE8D0D60-8C36-F34B-A741-E0CA1BE99B02}" dt="2025-05-31T11:07:04.430" v="6039" actId="1076"/>
          <ac:picMkLst>
            <pc:docMk/>
            <pc:sldMk cId="1843048745" sldId="467"/>
            <ac:picMk id="11" creationId="{5911E4AB-1972-6AD8-2618-B735EB2FBC24}"/>
          </ac:picMkLst>
        </pc:picChg>
        <pc:picChg chg="add mod">
          <ac:chgData name="Guillaume Saint-Pierre" userId="ab4a63aca6b51c61" providerId="LiveId" clId="{BE8D0D60-8C36-F34B-A741-E0CA1BE99B02}" dt="2025-05-31T11:07:11.498" v="6041" actId="1076"/>
          <ac:picMkLst>
            <pc:docMk/>
            <pc:sldMk cId="1843048745" sldId="467"/>
            <ac:picMk id="13" creationId="{64890D11-A480-D329-5B5A-23033595B7B9}"/>
          </ac:picMkLst>
        </pc:picChg>
        <pc:picChg chg="add mod">
          <ac:chgData name="Guillaume Saint-Pierre" userId="ab4a63aca6b51c61" providerId="LiveId" clId="{BE8D0D60-8C36-F34B-A741-E0CA1BE99B02}" dt="2025-05-31T11:20:30.622" v="6070" actId="1076"/>
          <ac:picMkLst>
            <pc:docMk/>
            <pc:sldMk cId="1843048745" sldId="467"/>
            <ac:picMk id="19" creationId="{41052904-49A9-C7DB-D93F-13423CAD88DC}"/>
          </ac:picMkLst>
        </pc:picChg>
        <pc:picChg chg="add mod">
          <ac:chgData name="Guillaume Saint-Pierre" userId="ab4a63aca6b51c61" providerId="LiveId" clId="{BE8D0D60-8C36-F34B-A741-E0CA1BE99B02}" dt="2025-05-31T11:06:41.921" v="6033" actId="1076"/>
          <ac:picMkLst>
            <pc:docMk/>
            <pc:sldMk cId="1843048745" sldId="467"/>
            <ac:picMk id="21" creationId="{E80589FB-8BA3-EFF4-948F-6A8060EF4CF0}"/>
          </ac:picMkLst>
        </pc:picChg>
        <pc:picChg chg="add mod">
          <ac:chgData name="Guillaume Saint-Pierre" userId="ab4a63aca6b51c61" providerId="LiveId" clId="{BE8D0D60-8C36-F34B-A741-E0CA1BE99B02}" dt="2025-05-31T11:06:47.872" v="6036" actId="1076"/>
          <ac:picMkLst>
            <pc:docMk/>
            <pc:sldMk cId="1843048745" sldId="467"/>
            <ac:picMk id="23" creationId="{F663C6B2-2611-312A-4BEE-22CD31918FE6}"/>
          </ac:picMkLst>
        </pc:picChg>
        <pc:picChg chg="add mod">
          <ac:chgData name="Guillaume Saint-Pierre" userId="ab4a63aca6b51c61" providerId="LiveId" clId="{BE8D0D60-8C36-F34B-A741-E0CA1BE99B02}" dt="2025-05-31T11:05:48.289" v="6013" actId="1076"/>
          <ac:picMkLst>
            <pc:docMk/>
            <pc:sldMk cId="1843048745" sldId="467"/>
            <ac:picMk id="34823" creationId="{AE07826D-2BEA-827D-97C6-1B8FB3AF3A81}"/>
          </ac:picMkLst>
        </pc:picChg>
        <pc:picChg chg="add mod">
          <ac:chgData name="Guillaume Saint-Pierre" userId="ab4a63aca6b51c61" providerId="LiveId" clId="{BE8D0D60-8C36-F34B-A741-E0CA1BE99B02}" dt="2025-05-31T11:05:42.339" v="6010" actId="1076"/>
          <ac:picMkLst>
            <pc:docMk/>
            <pc:sldMk cId="1843048745" sldId="467"/>
            <ac:picMk id="34825" creationId="{26D7143D-F773-4A1C-6A42-C327CEA730A0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4:16.702" v="6455" actId="20577"/>
        <pc:sldMkLst>
          <pc:docMk/>
          <pc:sldMk cId="11396142" sldId="468"/>
        </pc:sldMkLst>
        <pc:spChg chg="add mod">
          <ac:chgData name="Guillaume Saint-Pierre" userId="ab4a63aca6b51c61" providerId="LiveId" clId="{BE8D0D60-8C36-F34B-A741-E0CA1BE99B02}" dt="2025-05-30T12:14:43.688" v="4337" actId="1076"/>
          <ac:spMkLst>
            <pc:docMk/>
            <pc:sldMk cId="11396142" sldId="468"/>
            <ac:spMk id="2" creationId="{B155DD6A-90F6-37FF-113D-FFA344302348}"/>
          </ac:spMkLst>
        </pc:spChg>
        <pc:spChg chg="mod">
          <ac:chgData name="Guillaume Saint-Pierre" userId="ab4a63aca6b51c61" providerId="LiveId" clId="{BE8D0D60-8C36-F34B-A741-E0CA1BE99B02}" dt="2025-05-30T10:15:14.298" v="3809" actId="20577"/>
          <ac:spMkLst>
            <pc:docMk/>
            <pc:sldMk cId="11396142" sldId="468"/>
            <ac:spMk id="3" creationId="{FD8A6B39-6793-A652-BB41-D29C8086EE8E}"/>
          </ac:spMkLst>
        </pc:spChg>
        <pc:spChg chg="add mod">
          <ac:chgData name="Guillaume Saint-Pierre" userId="ab4a63aca6b51c61" providerId="LiveId" clId="{BE8D0D60-8C36-F34B-A741-E0CA1BE99B02}" dt="2025-05-31T11:54:16.702" v="6455" actId="20577"/>
          <ac:spMkLst>
            <pc:docMk/>
            <pc:sldMk cId="11396142" sldId="468"/>
            <ac:spMk id="5" creationId="{91F1E51E-DDE8-C6A8-1890-ACF6A19C3D79}"/>
          </ac:spMkLst>
        </pc:spChg>
        <pc:spChg chg="add mod">
          <ac:chgData name="Guillaume Saint-Pierre" userId="ab4a63aca6b51c61" providerId="LiveId" clId="{BE8D0D60-8C36-F34B-A741-E0CA1BE99B02}" dt="2025-05-28T16:19:56.522" v="1557" actId="1076"/>
          <ac:spMkLst>
            <pc:docMk/>
            <pc:sldMk cId="11396142" sldId="468"/>
            <ac:spMk id="12" creationId="{131F2D75-1514-6A23-F034-2328D6294D4A}"/>
          </ac:spMkLst>
        </pc:spChg>
        <pc:spChg chg="add del mod">
          <ac:chgData name="Guillaume Saint-Pierre" userId="ab4a63aca6b51c61" providerId="LiveId" clId="{BE8D0D60-8C36-F34B-A741-E0CA1BE99B02}" dt="2025-05-31T08:58:15.367" v="5600" actId="478"/>
          <ac:spMkLst>
            <pc:docMk/>
            <pc:sldMk cId="11396142" sldId="468"/>
            <ac:spMk id="15" creationId="{515F1D29-F209-F0FF-07B3-6347BFA102A7}"/>
          </ac:spMkLst>
        </pc:spChg>
        <pc:graphicFrameChg chg="add mod">
          <ac:chgData name="Guillaume Saint-Pierre" userId="ab4a63aca6b51c61" providerId="LiveId" clId="{BE8D0D60-8C36-F34B-A741-E0CA1BE99B02}" dt="2025-05-28T16:19:56.522" v="1557" actId="1076"/>
          <ac:graphicFrameMkLst>
            <pc:docMk/>
            <pc:sldMk cId="11396142" sldId="468"/>
            <ac:graphicFrameMk id="11" creationId="{8F59D1E2-76AE-DA84-6E98-D3C662CBFDA1}"/>
          </ac:graphicFrameMkLst>
        </pc:graphicFrameChg>
        <pc:picChg chg="add mod">
          <ac:chgData name="Guillaume Saint-Pierre" userId="ab4a63aca6b51c61" providerId="LiveId" clId="{BE8D0D60-8C36-F34B-A741-E0CA1BE99B02}" dt="2025-05-30T12:14:39.360" v="4336" actId="1076"/>
          <ac:picMkLst>
            <pc:docMk/>
            <pc:sldMk cId="11396142" sldId="468"/>
            <ac:picMk id="10" creationId="{082AAAD6-264F-DF54-5771-BC718F0C62EC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4:31.516" v="6464" actId="20577"/>
        <pc:sldMkLst>
          <pc:docMk/>
          <pc:sldMk cId="2872361551" sldId="469"/>
        </pc:sldMkLst>
        <pc:spChg chg="add mod">
          <ac:chgData name="Guillaume Saint-Pierre" userId="ab4a63aca6b51c61" providerId="LiveId" clId="{BE8D0D60-8C36-F34B-A741-E0CA1BE99B02}" dt="2025-05-31T11:54:31.516" v="6464" actId="20577"/>
          <ac:spMkLst>
            <pc:docMk/>
            <pc:sldMk cId="2872361551" sldId="469"/>
            <ac:spMk id="2" creationId="{C1A01548-2C97-AE47-8F84-C0310E11BEF1}"/>
          </ac:spMkLst>
        </pc:spChg>
        <pc:spChg chg="mod">
          <ac:chgData name="Guillaume Saint-Pierre" userId="ab4a63aca6b51c61" providerId="LiveId" clId="{BE8D0D60-8C36-F34B-A741-E0CA1BE99B02}" dt="2025-05-30T10:15:17.880" v="3811" actId="20577"/>
          <ac:spMkLst>
            <pc:docMk/>
            <pc:sldMk cId="2872361551" sldId="469"/>
            <ac:spMk id="3" creationId="{5A7BF8BC-7CFF-904E-3BE5-CEB0DFE4C243}"/>
          </ac:spMkLst>
        </pc:spChg>
        <pc:spChg chg="add mod">
          <ac:chgData name="Guillaume Saint-Pierre" userId="ab4a63aca6b51c61" providerId="LiveId" clId="{BE8D0D60-8C36-F34B-A741-E0CA1BE99B02}" dt="2025-05-31T08:57:31.138" v="5588" actId="1076"/>
          <ac:spMkLst>
            <pc:docMk/>
            <pc:sldMk cId="2872361551" sldId="469"/>
            <ac:spMk id="5" creationId="{91A3239E-9F04-57A3-BCCB-9D7BF945E2FE}"/>
          </ac:spMkLst>
        </pc:spChg>
        <pc:spChg chg="add mod">
          <ac:chgData name="Guillaume Saint-Pierre" userId="ab4a63aca6b51c61" providerId="LiveId" clId="{BE8D0D60-8C36-F34B-A741-E0CA1BE99B02}" dt="2025-05-28T16:22:40.866" v="1600" actId="1076"/>
          <ac:spMkLst>
            <pc:docMk/>
            <pc:sldMk cId="2872361551" sldId="469"/>
            <ac:spMk id="18" creationId="{046A9D03-E62F-4B32-62B7-6D4983DF0639}"/>
          </ac:spMkLst>
        </pc:spChg>
        <pc:spChg chg="add mod">
          <ac:chgData name="Guillaume Saint-Pierre" userId="ab4a63aca6b51c61" providerId="LiveId" clId="{BE8D0D60-8C36-F34B-A741-E0CA1BE99B02}" dt="2025-05-28T16:23:30.348" v="1606" actId="14100"/>
          <ac:spMkLst>
            <pc:docMk/>
            <pc:sldMk cId="2872361551" sldId="469"/>
            <ac:spMk id="19" creationId="{B41738D1-A2C4-AC85-701C-71F19DB8EEA7}"/>
          </ac:spMkLst>
        </pc:spChg>
        <pc:spChg chg="add mod">
          <ac:chgData name="Guillaume Saint-Pierre" userId="ab4a63aca6b51c61" providerId="LiveId" clId="{BE8D0D60-8C36-F34B-A741-E0CA1BE99B02}" dt="2025-05-28T16:23:35.137" v="1608" actId="1076"/>
          <ac:spMkLst>
            <pc:docMk/>
            <pc:sldMk cId="2872361551" sldId="469"/>
            <ac:spMk id="20" creationId="{EF2F9A86-408C-54E9-324E-85212689BF2C}"/>
          </ac:spMkLst>
        </pc:spChg>
        <pc:spChg chg="add mod">
          <ac:chgData name="Guillaume Saint-Pierre" userId="ab4a63aca6b51c61" providerId="LiveId" clId="{BE8D0D60-8C36-F34B-A741-E0CA1BE99B02}" dt="2025-05-28T16:23:38.856" v="1610" actId="1076"/>
          <ac:spMkLst>
            <pc:docMk/>
            <pc:sldMk cId="2872361551" sldId="469"/>
            <ac:spMk id="21" creationId="{0B627F3B-E261-E1DC-DE0B-956EF4F6EB5E}"/>
          </ac:spMkLst>
        </pc:spChg>
        <pc:spChg chg="add mod">
          <ac:chgData name="Guillaume Saint-Pierre" userId="ab4a63aca6b51c61" providerId="LiveId" clId="{BE8D0D60-8C36-F34B-A741-E0CA1BE99B02}" dt="2025-05-28T16:23:47.811" v="1613" actId="14100"/>
          <ac:spMkLst>
            <pc:docMk/>
            <pc:sldMk cId="2872361551" sldId="469"/>
            <ac:spMk id="22" creationId="{2E462ECB-344A-AC57-6AFA-5BD951041277}"/>
          </ac:spMkLst>
        </pc:spChg>
        <pc:graphicFrameChg chg="add mod">
          <ac:chgData name="Guillaume Saint-Pierre" userId="ab4a63aca6b51c61" providerId="LiveId" clId="{BE8D0D60-8C36-F34B-A741-E0CA1BE99B02}" dt="2025-05-28T16:22:40.866" v="1600" actId="1076"/>
          <ac:graphicFrameMkLst>
            <pc:docMk/>
            <pc:sldMk cId="2872361551" sldId="469"/>
            <ac:graphicFrameMk id="17" creationId="{2558CD72-F22F-7B3D-2AD7-24D425C597CB}"/>
          </ac:graphicFrameMkLst>
        </pc:graphicFrameChg>
        <pc:picChg chg="add mod">
          <ac:chgData name="Guillaume Saint-Pierre" userId="ab4a63aca6b51c61" providerId="LiveId" clId="{BE8D0D60-8C36-F34B-A741-E0CA1BE99B02}" dt="2025-05-28T16:22:00.366" v="1590" actId="1076"/>
          <ac:picMkLst>
            <pc:docMk/>
            <pc:sldMk cId="2872361551" sldId="469"/>
            <ac:picMk id="13" creationId="{8E9B6F96-7AA1-9B02-0EAF-15871944E1C4}"/>
          </ac:picMkLst>
        </pc:picChg>
        <pc:picChg chg="add mod">
          <ac:chgData name="Guillaume Saint-Pierre" userId="ab4a63aca6b51c61" providerId="LiveId" clId="{BE8D0D60-8C36-F34B-A741-E0CA1BE99B02}" dt="2025-05-28T16:22:26.478" v="1596" actId="1076"/>
          <ac:picMkLst>
            <pc:docMk/>
            <pc:sldMk cId="2872361551" sldId="469"/>
            <ac:picMk id="16" creationId="{E95C7D4D-2401-BCB8-8830-D8A2868B29FC}"/>
          </ac:picMkLst>
        </pc:picChg>
        <pc:picChg chg="add mod">
          <ac:chgData name="Guillaume Saint-Pierre" userId="ab4a63aca6b51c61" providerId="LiveId" clId="{BE8D0D60-8C36-F34B-A741-E0CA1BE99B02}" dt="2025-05-28T16:21:54.680" v="1587" actId="1076"/>
          <ac:picMkLst>
            <pc:docMk/>
            <pc:sldMk cId="2872361551" sldId="469"/>
            <ac:picMk id="38914" creationId="{137EB549-A420-6FB3-D0FA-4EF935077638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4:44.679" v="6473" actId="20577"/>
        <pc:sldMkLst>
          <pc:docMk/>
          <pc:sldMk cId="3285504534" sldId="470"/>
        </pc:sldMkLst>
        <pc:spChg chg="mod">
          <ac:chgData name="Guillaume Saint-Pierre" userId="ab4a63aca6b51c61" providerId="LiveId" clId="{BE8D0D60-8C36-F34B-A741-E0CA1BE99B02}" dt="2025-05-30T10:15:20.868" v="3813" actId="20577"/>
          <ac:spMkLst>
            <pc:docMk/>
            <pc:sldMk cId="3285504534" sldId="470"/>
            <ac:spMk id="3" creationId="{CDEE6836-34D1-65FB-B825-78447C3061E3}"/>
          </ac:spMkLst>
        </pc:spChg>
        <pc:spChg chg="add del mod">
          <ac:chgData name="Guillaume Saint-Pierre" userId="ab4a63aca6b51c61" providerId="LiveId" clId="{BE8D0D60-8C36-F34B-A741-E0CA1BE99B02}" dt="2025-05-31T08:57:53.736" v="5599" actId="478"/>
          <ac:spMkLst>
            <pc:docMk/>
            <pc:sldMk cId="3285504534" sldId="470"/>
            <ac:spMk id="5" creationId="{86DC7701-7369-0C09-1325-983065553635}"/>
          </ac:spMkLst>
        </pc:spChg>
        <pc:spChg chg="add mod">
          <ac:chgData name="Guillaume Saint-Pierre" userId="ab4a63aca6b51c61" providerId="LiveId" clId="{BE8D0D60-8C36-F34B-A741-E0CA1BE99B02}" dt="2025-05-28T16:27:19.096" v="1658" actId="14100"/>
          <ac:spMkLst>
            <pc:docMk/>
            <pc:sldMk cId="3285504534" sldId="470"/>
            <ac:spMk id="11" creationId="{23014513-1A64-91E2-0BAA-B4019785A8C8}"/>
          </ac:spMkLst>
        </pc:spChg>
        <pc:spChg chg="add mod">
          <ac:chgData name="Guillaume Saint-Pierre" userId="ab4a63aca6b51c61" providerId="LiveId" clId="{BE8D0D60-8C36-F34B-A741-E0CA1BE99B02}" dt="2025-05-31T11:23:21.386" v="6155" actId="1076"/>
          <ac:spMkLst>
            <pc:docMk/>
            <pc:sldMk cId="3285504534" sldId="470"/>
            <ac:spMk id="17" creationId="{5C648DFF-1037-60C6-A7A2-E25D50EF5CED}"/>
          </ac:spMkLst>
        </pc:spChg>
        <pc:spChg chg="add mod">
          <ac:chgData name="Guillaume Saint-Pierre" userId="ab4a63aca6b51c61" providerId="LiveId" clId="{BE8D0D60-8C36-F34B-A741-E0CA1BE99B02}" dt="2025-05-31T11:23:28.581" v="6157" actId="1076"/>
          <ac:spMkLst>
            <pc:docMk/>
            <pc:sldMk cId="3285504534" sldId="470"/>
            <ac:spMk id="20" creationId="{8AB6EC00-3E45-5B89-1742-6AE76CE871C8}"/>
          </ac:spMkLst>
        </pc:spChg>
        <pc:spChg chg="add mod">
          <ac:chgData name="Guillaume Saint-Pierre" userId="ab4a63aca6b51c61" providerId="LiveId" clId="{BE8D0D60-8C36-F34B-A741-E0CA1BE99B02}" dt="2025-05-31T11:23:04.772" v="6154" actId="1076"/>
          <ac:spMkLst>
            <pc:docMk/>
            <pc:sldMk cId="3285504534" sldId="470"/>
            <ac:spMk id="22" creationId="{99C54246-FF4E-9C94-5465-558067608EFB}"/>
          </ac:spMkLst>
        </pc:spChg>
        <pc:spChg chg="add mod">
          <ac:chgData name="Guillaume Saint-Pierre" userId="ab4a63aca6b51c61" providerId="LiveId" clId="{BE8D0D60-8C36-F34B-A741-E0CA1BE99B02}" dt="2025-05-28T16:27:24.262" v="1660" actId="1076"/>
          <ac:spMkLst>
            <pc:docMk/>
            <pc:sldMk cId="3285504534" sldId="470"/>
            <ac:spMk id="23" creationId="{A414B590-7B9C-1A4D-C98E-AD87E4E93320}"/>
          </ac:spMkLst>
        </pc:spChg>
        <pc:spChg chg="add mod">
          <ac:chgData name="Guillaume Saint-Pierre" userId="ab4a63aca6b51c61" providerId="LiveId" clId="{BE8D0D60-8C36-F34B-A741-E0CA1BE99B02}" dt="2025-05-28T16:27:29.166" v="1662" actId="1076"/>
          <ac:spMkLst>
            <pc:docMk/>
            <pc:sldMk cId="3285504534" sldId="470"/>
            <ac:spMk id="24" creationId="{8411B0F7-405C-B5CB-BF45-5DDFBC4BAB7F}"/>
          </ac:spMkLst>
        </pc:spChg>
        <pc:spChg chg="add mod">
          <ac:chgData name="Guillaume Saint-Pierre" userId="ab4a63aca6b51c61" providerId="LiveId" clId="{BE8D0D60-8C36-F34B-A741-E0CA1BE99B02}" dt="2025-05-28T16:27:33.874" v="1664" actId="1076"/>
          <ac:spMkLst>
            <pc:docMk/>
            <pc:sldMk cId="3285504534" sldId="470"/>
            <ac:spMk id="25" creationId="{04C3AE79-ADA2-C47E-C3BD-F732048F32C0}"/>
          </ac:spMkLst>
        </pc:spChg>
        <pc:spChg chg="add mod">
          <ac:chgData name="Guillaume Saint-Pierre" userId="ab4a63aca6b51c61" providerId="LiveId" clId="{BE8D0D60-8C36-F34B-A741-E0CA1BE99B02}" dt="2025-05-31T11:54:44.679" v="6473" actId="20577"/>
          <ac:spMkLst>
            <pc:docMk/>
            <pc:sldMk cId="3285504534" sldId="470"/>
            <ac:spMk id="26" creationId="{8AA30D4B-5FF5-F4D4-ECE4-4A39B44047FB}"/>
          </ac:spMkLst>
        </pc:spChg>
        <pc:spChg chg="add del mod">
          <ac:chgData name="Guillaume Saint-Pierre" userId="ab4a63aca6b51c61" providerId="LiveId" clId="{BE8D0D60-8C36-F34B-A741-E0CA1BE99B02}" dt="2025-05-31T11:08:21.913" v="6057" actId="478"/>
          <ac:spMkLst>
            <pc:docMk/>
            <pc:sldMk cId="3285504534" sldId="470"/>
            <ac:spMk id="30" creationId="{E59233C1-5F70-2F06-E861-DB0812B3F6F2}"/>
          </ac:spMkLst>
        </pc:spChg>
        <pc:spChg chg="add del mod">
          <ac:chgData name="Guillaume Saint-Pierre" userId="ab4a63aca6b51c61" providerId="LiveId" clId="{BE8D0D60-8C36-F34B-A741-E0CA1BE99B02}" dt="2025-05-31T11:08:26.245" v="6061" actId="478"/>
          <ac:spMkLst>
            <pc:docMk/>
            <pc:sldMk cId="3285504534" sldId="470"/>
            <ac:spMk id="34" creationId="{2C700D81-E6FA-9069-6980-5DCDDC8C8742}"/>
          </ac:spMkLst>
        </pc:spChg>
        <pc:spChg chg="add mod">
          <ac:chgData name="Guillaume Saint-Pierre" userId="ab4a63aca6b51c61" providerId="LiveId" clId="{BE8D0D60-8C36-F34B-A741-E0CA1BE99B02}" dt="2025-05-28T16:34:23.880" v="1728" actId="14100"/>
          <ac:spMkLst>
            <pc:docMk/>
            <pc:sldMk cId="3285504534" sldId="470"/>
            <ac:spMk id="41" creationId="{2AA1B52E-2E1A-319F-EF10-A49A70337F20}"/>
          </ac:spMkLst>
        </pc:spChg>
        <pc:picChg chg="add mod">
          <ac:chgData name="Guillaume Saint-Pierre" userId="ab4a63aca6b51c61" providerId="LiveId" clId="{BE8D0D60-8C36-F34B-A741-E0CA1BE99B02}" dt="2025-05-28T16:26:28.407" v="1646" actId="1076"/>
          <ac:picMkLst>
            <pc:docMk/>
            <pc:sldMk cId="3285504534" sldId="470"/>
            <ac:picMk id="10" creationId="{446ED192-3D20-70F3-C5AD-A87CA9E0B624}"/>
          </ac:picMkLst>
        </pc:picChg>
        <pc:picChg chg="add mod">
          <ac:chgData name="Guillaume Saint-Pierre" userId="ab4a63aca6b51c61" providerId="LiveId" clId="{BE8D0D60-8C36-F34B-A741-E0CA1BE99B02}" dt="2025-05-31T11:23:23.536" v="6156" actId="1076"/>
          <ac:picMkLst>
            <pc:docMk/>
            <pc:sldMk cId="3285504534" sldId="470"/>
            <ac:picMk id="14" creationId="{4DA9B630-C83C-27A3-F627-64C3F0DB7F91}"/>
          </ac:picMkLst>
        </pc:picChg>
        <pc:picChg chg="add mod">
          <ac:chgData name="Guillaume Saint-Pierre" userId="ab4a63aca6b51c61" providerId="LiveId" clId="{BE8D0D60-8C36-F34B-A741-E0CA1BE99B02}" dt="2025-05-28T16:27:14.240" v="1657" actId="1076"/>
          <ac:picMkLst>
            <pc:docMk/>
            <pc:sldMk cId="3285504534" sldId="470"/>
            <ac:picMk id="15" creationId="{872148DF-9D05-E0A1-6E1A-AE385388CE0A}"/>
          </ac:picMkLst>
        </pc:picChg>
        <pc:picChg chg="add del mod">
          <ac:chgData name="Guillaume Saint-Pierre" userId="ab4a63aca6b51c61" providerId="LiveId" clId="{BE8D0D60-8C36-F34B-A741-E0CA1BE99B02}" dt="2025-05-31T11:08:23.006" v="6058" actId="478"/>
          <ac:picMkLst>
            <pc:docMk/>
            <pc:sldMk cId="3285504534" sldId="470"/>
            <ac:picMk id="28" creationId="{5E08082F-37BD-8063-561A-75A7480B1994}"/>
          </ac:picMkLst>
        </pc:picChg>
        <pc:picChg chg="add del mod">
          <ac:chgData name="Guillaume Saint-Pierre" userId="ab4a63aca6b51c61" providerId="LiveId" clId="{BE8D0D60-8C36-F34B-A741-E0CA1BE99B02}" dt="2025-05-31T11:08:23.995" v="6059" actId="478"/>
          <ac:picMkLst>
            <pc:docMk/>
            <pc:sldMk cId="3285504534" sldId="470"/>
            <ac:picMk id="32" creationId="{4B9FE027-3F00-4886-F8EA-7A3EAC80CB44}"/>
          </ac:picMkLst>
        </pc:picChg>
        <pc:picChg chg="add del mod">
          <ac:chgData name="Guillaume Saint-Pierre" userId="ab4a63aca6b51c61" providerId="LiveId" clId="{BE8D0D60-8C36-F34B-A741-E0CA1BE99B02}" dt="2025-05-31T11:08:28.234" v="6063" actId="478"/>
          <ac:picMkLst>
            <pc:docMk/>
            <pc:sldMk cId="3285504534" sldId="470"/>
            <ac:picMk id="36" creationId="{0F90C231-1F54-1108-F3A9-4E894E2ED958}"/>
          </ac:picMkLst>
        </pc:picChg>
        <pc:picChg chg="add del mod">
          <ac:chgData name="Guillaume Saint-Pierre" userId="ab4a63aca6b51c61" providerId="LiveId" clId="{BE8D0D60-8C36-F34B-A741-E0CA1BE99B02}" dt="2025-05-31T11:08:27.250" v="6062" actId="478"/>
          <ac:picMkLst>
            <pc:docMk/>
            <pc:sldMk cId="3285504534" sldId="470"/>
            <ac:picMk id="38" creationId="{AA0637EC-DF5A-8280-392F-FE8D747FEDC1}"/>
          </ac:picMkLst>
        </pc:picChg>
        <pc:picChg chg="add mod">
          <ac:chgData name="Guillaume Saint-Pierre" userId="ab4a63aca6b51c61" providerId="LiveId" clId="{BE8D0D60-8C36-F34B-A741-E0CA1BE99B02}" dt="2025-05-28T16:34:10.399" v="1724" actId="1076"/>
          <ac:picMkLst>
            <pc:docMk/>
            <pc:sldMk cId="3285504534" sldId="470"/>
            <ac:picMk id="40" creationId="{2750C1E1-5B8F-4EEE-42F6-541ED907A64A}"/>
          </ac:picMkLst>
        </pc:picChg>
        <pc:picChg chg="add mod">
          <ac:chgData name="Guillaume Saint-Pierre" userId="ab4a63aca6b51c61" providerId="LiveId" clId="{BE8D0D60-8C36-F34B-A741-E0CA1BE99B02}" dt="2025-05-31T11:23:33.132" v="6158" actId="1076"/>
          <ac:picMkLst>
            <pc:docMk/>
            <pc:sldMk cId="3285504534" sldId="470"/>
            <ac:picMk id="40962" creationId="{0F90D4E5-E74A-BE7D-417A-B0ED57FC56E4}"/>
          </ac:picMkLst>
        </pc:picChg>
        <pc:picChg chg="add mod">
          <ac:chgData name="Guillaume Saint-Pierre" userId="ab4a63aca6b51c61" providerId="LiveId" clId="{BE8D0D60-8C36-F34B-A741-E0CA1BE99B02}" dt="2025-05-31T11:22:43.401" v="6138" actId="1076"/>
          <ac:picMkLst>
            <pc:docMk/>
            <pc:sldMk cId="3285504534" sldId="470"/>
            <ac:picMk id="40964" creationId="{1201CF29-CC1E-5458-3746-1183AE6D9D32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5:43.776" v="6485" actId="20577"/>
        <pc:sldMkLst>
          <pc:docMk/>
          <pc:sldMk cId="3676764094" sldId="471"/>
        </pc:sldMkLst>
        <pc:spChg chg="add mod">
          <ac:chgData name="Guillaume Saint-Pierre" userId="ab4a63aca6b51c61" providerId="LiveId" clId="{BE8D0D60-8C36-F34B-A741-E0CA1BE99B02}" dt="2025-05-30T12:14:54.678" v="4341" actId="14100"/>
          <ac:spMkLst>
            <pc:docMk/>
            <pc:sldMk cId="3676764094" sldId="471"/>
            <ac:spMk id="2" creationId="{04833199-4CB5-6D23-7B1A-C2E106EA37E5}"/>
          </ac:spMkLst>
        </pc:spChg>
        <pc:spChg chg="mod">
          <ac:chgData name="Guillaume Saint-Pierre" userId="ab4a63aca6b51c61" providerId="LiveId" clId="{BE8D0D60-8C36-F34B-A741-E0CA1BE99B02}" dt="2025-05-31T11:55:09.093" v="6478" actId="20577"/>
          <ac:spMkLst>
            <pc:docMk/>
            <pc:sldMk cId="3676764094" sldId="471"/>
            <ac:spMk id="3" creationId="{0EA3537D-739A-A2A8-6C19-7D2B1F06DA3F}"/>
          </ac:spMkLst>
        </pc:spChg>
        <pc:spChg chg="add mod">
          <ac:chgData name="Guillaume Saint-Pierre" userId="ab4a63aca6b51c61" providerId="LiveId" clId="{BE8D0D60-8C36-F34B-A741-E0CA1BE99B02}" dt="2025-05-30T12:15:05.840" v="4346" actId="14100"/>
          <ac:spMkLst>
            <pc:docMk/>
            <pc:sldMk cId="3676764094" sldId="471"/>
            <ac:spMk id="10" creationId="{581AEC99-84E0-7F65-C1CB-128C4243CBB4}"/>
          </ac:spMkLst>
        </pc:spChg>
        <pc:spChg chg="add mod">
          <ac:chgData name="Guillaume Saint-Pierre" userId="ab4a63aca6b51c61" providerId="LiveId" clId="{BE8D0D60-8C36-F34B-A741-E0CA1BE99B02}" dt="2025-05-31T08:58:49.777" v="5619" actId="1076"/>
          <ac:spMkLst>
            <pc:docMk/>
            <pc:sldMk cId="3676764094" sldId="471"/>
            <ac:spMk id="13" creationId="{DED6F483-F4C7-17A6-3148-F10BD728A149}"/>
          </ac:spMkLst>
        </pc:spChg>
        <pc:spChg chg="add mod">
          <ac:chgData name="Guillaume Saint-Pierre" userId="ab4a63aca6b51c61" providerId="LiveId" clId="{BE8D0D60-8C36-F34B-A741-E0CA1BE99B02}" dt="2025-05-31T11:55:43.776" v="6485" actId="20577"/>
          <ac:spMkLst>
            <pc:docMk/>
            <pc:sldMk cId="3676764094" sldId="471"/>
            <ac:spMk id="15" creationId="{4720C862-09C0-5160-E41D-D094C2489971}"/>
          </ac:spMkLst>
        </pc:spChg>
        <pc:picChg chg="add mod">
          <ac:chgData name="Guillaume Saint-Pierre" userId="ab4a63aca6b51c61" providerId="LiveId" clId="{BE8D0D60-8C36-F34B-A741-E0CA1BE99B02}" dt="2025-05-28T16:36:37.222" v="1764" actId="1076"/>
          <ac:picMkLst>
            <pc:docMk/>
            <pc:sldMk cId="3676764094" sldId="471"/>
            <ac:picMk id="5" creationId="{6E4AAD51-EC22-6D0B-F3B4-2AC7396F8B55}"/>
          </ac:picMkLst>
        </pc:picChg>
        <pc:picChg chg="add mod">
          <ac:chgData name="Guillaume Saint-Pierre" userId="ab4a63aca6b51c61" providerId="LiveId" clId="{BE8D0D60-8C36-F34B-A741-E0CA1BE99B02}" dt="2025-05-28T16:36:35.234" v="1763" actId="1076"/>
          <ac:picMkLst>
            <pc:docMk/>
            <pc:sldMk cId="3676764094" sldId="471"/>
            <ac:picMk id="14" creationId="{71A6709E-5DC4-8DD5-2648-1567DBDE6038}"/>
          </ac:picMkLst>
        </pc:picChg>
        <pc:picChg chg="add mod">
          <ac:chgData name="Guillaume Saint-Pierre" userId="ab4a63aca6b51c61" providerId="LiveId" clId="{BE8D0D60-8C36-F34B-A741-E0CA1BE99B02}" dt="2025-05-28T16:36:09.224" v="1759" actId="732"/>
          <ac:picMkLst>
            <pc:docMk/>
            <pc:sldMk cId="3676764094" sldId="471"/>
            <ac:picMk id="43010" creationId="{C405D22F-005A-B33E-7A03-342957D5AFA5}"/>
          </ac:picMkLst>
        </pc:picChg>
        <pc:picChg chg="add mod">
          <ac:chgData name="Guillaume Saint-Pierre" userId="ab4a63aca6b51c61" providerId="LiveId" clId="{BE8D0D60-8C36-F34B-A741-E0CA1BE99B02}" dt="2025-05-28T16:36:31.361" v="1762" actId="1076"/>
          <ac:picMkLst>
            <pc:docMk/>
            <pc:sldMk cId="3676764094" sldId="471"/>
            <ac:picMk id="43012" creationId="{2FD85DFE-8D15-79C8-5DAF-F71E36AD49C4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5:59.439" v="6489" actId="1076"/>
        <pc:sldMkLst>
          <pc:docMk/>
          <pc:sldMk cId="248812458" sldId="472"/>
        </pc:sldMkLst>
        <pc:spChg chg="mod">
          <ac:chgData name="Guillaume Saint-Pierre" userId="ab4a63aca6b51c61" providerId="LiveId" clId="{BE8D0D60-8C36-F34B-A741-E0CA1BE99B02}" dt="2025-05-30T12:15:36.744" v="4358" actId="20577"/>
          <ac:spMkLst>
            <pc:docMk/>
            <pc:sldMk cId="248812458" sldId="472"/>
            <ac:spMk id="3" creationId="{B2F151C4-6F7F-62C1-82E2-0DF17DFF27EE}"/>
          </ac:spMkLst>
        </pc:spChg>
        <pc:spChg chg="add mod">
          <ac:chgData name="Guillaume Saint-Pierre" userId="ab4a63aca6b51c61" providerId="LiveId" clId="{BE8D0D60-8C36-F34B-A741-E0CA1BE99B02}" dt="2025-05-31T09:00:16.455" v="5713" actId="1076"/>
          <ac:spMkLst>
            <pc:docMk/>
            <pc:sldMk cId="248812458" sldId="472"/>
            <ac:spMk id="5" creationId="{B40ADE85-54D5-6EFA-1138-A62CD17A842F}"/>
          </ac:spMkLst>
        </pc:spChg>
        <pc:spChg chg="add mod">
          <ac:chgData name="Guillaume Saint-Pierre" userId="ab4a63aca6b51c61" providerId="LiveId" clId="{BE8D0D60-8C36-F34B-A741-E0CA1BE99B02}" dt="2025-05-31T11:55:59.439" v="6489" actId="1076"/>
          <ac:spMkLst>
            <pc:docMk/>
            <pc:sldMk cId="248812458" sldId="472"/>
            <ac:spMk id="11" creationId="{F8B5E092-0072-A938-1259-EEFF21BAB12B}"/>
          </ac:spMkLst>
        </pc:spChg>
        <pc:spChg chg="add mod">
          <ac:chgData name="Guillaume Saint-Pierre" userId="ab4a63aca6b51c61" providerId="LiveId" clId="{BE8D0D60-8C36-F34B-A741-E0CA1BE99B02}" dt="2025-05-30T12:29:38.759" v="4458"/>
          <ac:spMkLst>
            <pc:docMk/>
            <pc:sldMk cId="248812458" sldId="472"/>
            <ac:spMk id="16" creationId="{8EF01D24-924A-28FF-D455-8BC9023EC1AD}"/>
          </ac:spMkLst>
        </pc:spChg>
        <pc:spChg chg="add mod">
          <ac:chgData name="Guillaume Saint-Pierre" userId="ab4a63aca6b51c61" providerId="LiveId" clId="{BE8D0D60-8C36-F34B-A741-E0CA1BE99B02}" dt="2025-05-28T17:05:08.951" v="1820" actId="1076"/>
          <ac:spMkLst>
            <pc:docMk/>
            <pc:sldMk cId="248812458" sldId="472"/>
            <ac:spMk id="20" creationId="{649AF5E8-B6C6-240C-7DEE-1AEA5B7195FF}"/>
          </ac:spMkLst>
        </pc:spChg>
        <pc:picChg chg="add mod modCrop">
          <ac:chgData name="Guillaume Saint-Pierre" userId="ab4a63aca6b51c61" providerId="LiveId" clId="{BE8D0D60-8C36-F34B-A741-E0CA1BE99B02}" dt="2025-05-28T17:04:37.697" v="1815" actId="1076"/>
          <ac:picMkLst>
            <pc:docMk/>
            <pc:sldMk cId="248812458" sldId="472"/>
            <ac:picMk id="10" creationId="{1C5FC780-6163-1518-A137-AD84487426A0}"/>
          </ac:picMkLst>
        </pc:picChg>
        <pc:picChg chg="add mod">
          <ac:chgData name="Guillaume Saint-Pierre" userId="ab4a63aca6b51c61" providerId="LiveId" clId="{BE8D0D60-8C36-F34B-A741-E0CA1BE99B02}" dt="2025-05-28T17:05:00.170" v="1817" actId="1076"/>
          <ac:picMkLst>
            <pc:docMk/>
            <pc:sldMk cId="248812458" sldId="472"/>
            <ac:picMk id="13" creationId="{45A36F0B-8540-0215-1CA6-64D5A2AA64BD}"/>
          </ac:picMkLst>
        </pc:picChg>
        <pc:picChg chg="add mod">
          <ac:chgData name="Guillaume Saint-Pierre" userId="ab4a63aca6b51c61" providerId="LiveId" clId="{BE8D0D60-8C36-F34B-A741-E0CA1BE99B02}" dt="2025-05-28T17:05:02.336" v="1818" actId="1076"/>
          <ac:picMkLst>
            <pc:docMk/>
            <pc:sldMk cId="248812458" sldId="472"/>
            <ac:picMk id="18" creationId="{B12611D6-2BEB-C912-9F4D-5AEBD1AA2E8C}"/>
          </ac:picMkLst>
        </pc:picChg>
        <pc:picChg chg="add mod">
          <ac:chgData name="Guillaume Saint-Pierre" userId="ab4a63aca6b51c61" providerId="LiveId" clId="{BE8D0D60-8C36-F34B-A741-E0CA1BE99B02}" dt="2025-05-28T17:05:05.117" v="1819" actId="1076"/>
          <ac:picMkLst>
            <pc:docMk/>
            <pc:sldMk cId="248812458" sldId="472"/>
            <ac:picMk id="22" creationId="{41A7CA84-F745-9B7C-9305-8287CA29D116}"/>
          </ac:picMkLst>
        </pc:picChg>
        <pc:picChg chg="add mod">
          <ac:chgData name="Guillaume Saint-Pierre" userId="ab4a63aca6b51c61" providerId="LiveId" clId="{BE8D0D60-8C36-F34B-A741-E0CA1BE99B02}" dt="2025-05-28T17:05:12.775" v="1821" actId="1076"/>
          <ac:picMkLst>
            <pc:docMk/>
            <pc:sldMk cId="248812458" sldId="472"/>
            <ac:picMk id="24" creationId="{994B5DDF-C689-8655-F505-3B2738479836}"/>
          </ac:picMkLst>
        </pc:picChg>
        <pc:picChg chg="add mod">
          <ac:chgData name="Guillaume Saint-Pierre" userId="ab4a63aca6b51c61" providerId="LiveId" clId="{BE8D0D60-8C36-F34B-A741-E0CA1BE99B02}" dt="2025-05-28T17:05:16.380" v="1822" actId="1076"/>
          <ac:picMkLst>
            <pc:docMk/>
            <pc:sldMk cId="248812458" sldId="472"/>
            <ac:picMk id="26" creationId="{21A36075-E6E6-82B3-92AB-07A6BC362A5B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09:14:57.334" v="5854" actId="1076"/>
        <pc:sldMkLst>
          <pc:docMk/>
          <pc:sldMk cId="934100890" sldId="473"/>
        </pc:sldMkLst>
        <pc:spChg chg="mod">
          <ac:chgData name="Guillaume Saint-Pierre" userId="ab4a63aca6b51c61" providerId="LiveId" clId="{BE8D0D60-8C36-F34B-A741-E0CA1BE99B02}" dt="2025-05-30T10:15:38.371" v="3823" actId="20577"/>
          <ac:spMkLst>
            <pc:docMk/>
            <pc:sldMk cId="934100890" sldId="473"/>
            <ac:spMk id="2" creationId="{D2C3E99F-03B5-ED4C-A226-3EFB42602304}"/>
          </ac:spMkLst>
        </pc:spChg>
        <pc:picChg chg="add mod">
          <ac:chgData name="Guillaume Saint-Pierre" userId="ab4a63aca6b51c61" providerId="LiveId" clId="{BE8D0D60-8C36-F34B-A741-E0CA1BE99B02}" dt="2025-05-31T09:14:57.334" v="5854" actId="1076"/>
          <ac:picMkLst>
            <pc:docMk/>
            <pc:sldMk cId="934100890" sldId="473"/>
            <ac:picMk id="4" creationId="{9EF33680-25AB-8477-37A0-158269E8CDCD}"/>
          </ac:picMkLst>
        </pc:picChg>
        <pc:picChg chg="del">
          <ac:chgData name="Guillaume Saint-Pierre" userId="ab4a63aca6b51c61" providerId="LiveId" clId="{BE8D0D60-8C36-F34B-A741-E0CA1BE99B02}" dt="2025-05-31T09:14:51.717" v="5849" actId="478"/>
          <ac:picMkLst>
            <pc:docMk/>
            <pc:sldMk cId="934100890" sldId="473"/>
            <ac:picMk id="5" creationId="{F257A4C8-CC81-84A9-71E9-654E9CD9533F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6:40.846" v="6505"/>
        <pc:sldMkLst>
          <pc:docMk/>
          <pc:sldMk cId="3924229151" sldId="474"/>
        </pc:sldMkLst>
        <pc:spChg chg="add mod">
          <ac:chgData name="Guillaume Saint-Pierre" userId="ab4a63aca6b51c61" providerId="LiveId" clId="{BE8D0D60-8C36-F34B-A741-E0CA1BE99B02}" dt="2025-05-31T11:56:40.846" v="6505"/>
          <ac:spMkLst>
            <pc:docMk/>
            <pc:sldMk cId="3924229151" sldId="474"/>
            <ac:spMk id="2" creationId="{EE33B126-974D-730D-6270-9660F8A1C799}"/>
          </ac:spMkLst>
        </pc:spChg>
        <pc:spChg chg="mod">
          <ac:chgData name="Guillaume Saint-Pierre" userId="ab4a63aca6b51c61" providerId="LiveId" clId="{BE8D0D60-8C36-F34B-A741-E0CA1BE99B02}" dt="2025-05-30T10:16:26.780" v="3849" actId="20577"/>
          <ac:spMkLst>
            <pc:docMk/>
            <pc:sldMk cId="3924229151" sldId="474"/>
            <ac:spMk id="3" creationId="{0CB33071-3D93-A2BD-52EA-35CEDFA094A3}"/>
          </ac:spMkLst>
        </pc:spChg>
        <pc:spChg chg="add mod">
          <ac:chgData name="Guillaume Saint-Pierre" userId="ab4a63aca6b51c61" providerId="LiveId" clId="{BE8D0D60-8C36-F34B-A741-E0CA1BE99B02}" dt="2025-05-28T17:30:29.654" v="2755" actId="14100"/>
          <ac:spMkLst>
            <pc:docMk/>
            <pc:sldMk cId="3924229151" sldId="474"/>
            <ac:spMk id="11" creationId="{C0074E1E-F88A-BAF4-3EFA-CCA19416B4A6}"/>
          </ac:spMkLst>
        </pc:spChg>
        <pc:spChg chg="add mod">
          <ac:chgData name="Guillaume Saint-Pierre" userId="ab4a63aca6b51c61" providerId="LiveId" clId="{BE8D0D60-8C36-F34B-A741-E0CA1BE99B02}" dt="2025-05-28T17:32:10.433" v="2772" actId="14100"/>
          <ac:spMkLst>
            <pc:docMk/>
            <pc:sldMk cId="3924229151" sldId="474"/>
            <ac:spMk id="13" creationId="{88A01690-D57A-2583-D92D-9D31CC052537}"/>
          </ac:spMkLst>
        </pc:spChg>
        <pc:graphicFrameChg chg="add mod modGraphic">
          <ac:chgData name="Guillaume Saint-Pierre" userId="ab4a63aca6b51c61" providerId="LiveId" clId="{BE8D0D60-8C36-F34B-A741-E0CA1BE99B02}" dt="2025-05-28T17:33:09.488" v="2786" actId="1076"/>
          <ac:graphicFrameMkLst>
            <pc:docMk/>
            <pc:sldMk cId="3924229151" sldId="474"/>
            <ac:graphicFrameMk id="12" creationId="{6054E77D-7374-71B7-E7C1-261D2F37480C}"/>
          </ac:graphicFrameMkLst>
        </pc:graphicFrameChg>
      </pc:sldChg>
      <pc:sldChg chg="addSp delSp modSp add mod">
        <pc:chgData name="Guillaume Saint-Pierre" userId="ab4a63aca6b51c61" providerId="LiveId" clId="{BE8D0D60-8C36-F34B-A741-E0CA1BE99B02}" dt="2025-05-31T11:56:42.805" v="6506"/>
        <pc:sldMkLst>
          <pc:docMk/>
          <pc:sldMk cId="514336582" sldId="475"/>
        </pc:sldMkLst>
        <pc:spChg chg="add mod">
          <ac:chgData name="Guillaume Saint-Pierre" userId="ab4a63aca6b51c61" providerId="LiveId" clId="{BE8D0D60-8C36-F34B-A741-E0CA1BE99B02}" dt="2025-05-31T11:56:42.805" v="6506"/>
          <ac:spMkLst>
            <pc:docMk/>
            <pc:sldMk cId="514336582" sldId="475"/>
            <ac:spMk id="2" creationId="{6D3A4037-BF7F-B0BE-1E6D-D7BBEF01949E}"/>
          </ac:spMkLst>
        </pc:spChg>
        <pc:spChg chg="mod">
          <ac:chgData name="Guillaume Saint-Pierre" userId="ab4a63aca6b51c61" providerId="LiveId" clId="{BE8D0D60-8C36-F34B-A741-E0CA1BE99B02}" dt="2025-05-30T10:16:30.276" v="3851" actId="20577"/>
          <ac:spMkLst>
            <pc:docMk/>
            <pc:sldMk cId="514336582" sldId="475"/>
            <ac:spMk id="3" creationId="{A516E364-9756-F999-F3DC-05D1B224F052}"/>
          </ac:spMkLst>
        </pc:spChg>
        <pc:spChg chg="add mod">
          <ac:chgData name="Guillaume Saint-Pierre" userId="ab4a63aca6b51c61" providerId="LiveId" clId="{BE8D0D60-8C36-F34B-A741-E0CA1BE99B02}" dt="2025-05-28T17:31:30.713" v="2768" actId="14100"/>
          <ac:spMkLst>
            <pc:docMk/>
            <pc:sldMk cId="514336582" sldId="475"/>
            <ac:spMk id="12" creationId="{F5546E4E-394C-D130-5DF3-F2D52B31DD0E}"/>
          </ac:spMkLst>
        </pc:spChg>
        <pc:spChg chg="add mod">
          <ac:chgData name="Guillaume Saint-Pierre" userId="ab4a63aca6b51c61" providerId="LiveId" clId="{BE8D0D60-8C36-F34B-A741-E0CA1BE99B02}" dt="2025-05-28T17:34:33.435" v="2791" actId="14100"/>
          <ac:spMkLst>
            <pc:docMk/>
            <pc:sldMk cId="514336582" sldId="475"/>
            <ac:spMk id="14" creationId="{45A1A6A6-2010-FB9F-D840-E7E1257EB7E2}"/>
          </ac:spMkLst>
        </pc:spChg>
        <pc:graphicFrameChg chg="add mod modGraphic">
          <ac:chgData name="Guillaume Saint-Pierre" userId="ab4a63aca6b51c61" providerId="LiveId" clId="{BE8D0D60-8C36-F34B-A741-E0CA1BE99B02}" dt="2025-05-28T19:06:56.752" v="3228" actId="1076"/>
          <ac:graphicFrameMkLst>
            <pc:docMk/>
            <pc:sldMk cId="514336582" sldId="475"/>
            <ac:graphicFrameMk id="13" creationId="{0CD52C34-6E97-B593-094B-F465668258CF}"/>
          </ac:graphicFrameMkLst>
        </pc:graphicFrameChg>
      </pc:sldChg>
      <pc:sldChg chg="addSp delSp modSp add mod">
        <pc:chgData name="Guillaume Saint-Pierre" userId="ab4a63aca6b51c61" providerId="LiveId" clId="{BE8D0D60-8C36-F34B-A741-E0CA1BE99B02}" dt="2025-05-31T11:56:44.681" v="6507"/>
        <pc:sldMkLst>
          <pc:docMk/>
          <pc:sldMk cId="4119340502" sldId="476"/>
        </pc:sldMkLst>
        <pc:spChg chg="mod">
          <ac:chgData name="Guillaume Saint-Pierre" userId="ab4a63aca6b51c61" providerId="LiveId" clId="{BE8D0D60-8C36-F34B-A741-E0CA1BE99B02}" dt="2025-05-30T10:16:48.290" v="3855" actId="20577"/>
          <ac:spMkLst>
            <pc:docMk/>
            <pc:sldMk cId="4119340502" sldId="476"/>
            <ac:spMk id="3" creationId="{4ACD7179-DB4A-3068-A5D8-F5ECC3A649FA}"/>
          </ac:spMkLst>
        </pc:spChg>
        <pc:spChg chg="mod">
          <ac:chgData name="Guillaume Saint-Pierre" userId="ab4a63aca6b51c61" providerId="LiveId" clId="{BE8D0D60-8C36-F34B-A741-E0CA1BE99B02}" dt="2025-05-28T19:07:09.388" v="3231" actId="1076"/>
          <ac:spMkLst>
            <pc:docMk/>
            <pc:sldMk cId="4119340502" sldId="476"/>
            <ac:spMk id="8" creationId="{B93E9838-BA4F-3383-01B9-EE089BEEB8E1}"/>
          </ac:spMkLst>
        </pc:spChg>
        <pc:spChg chg="add mod">
          <ac:chgData name="Guillaume Saint-Pierre" userId="ab4a63aca6b51c61" providerId="LiveId" clId="{BE8D0D60-8C36-F34B-A741-E0CA1BE99B02}" dt="2025-05-28T17:35:43.494" v="2809" actId="14100"/>
          <ac:spMkLst>
            <pc:docMk/>
            <pc:sldMk cId="4119340502" sldId="476"/>
            <ac:spMk id="10" creationId="{35A3521A-F76D-E10A-D561-C116E0260540}"/>
          </ac:spMkLst>
        </pc:spChg>
        <pc:spChg chg="add mod">
          <ac:chgData name="Guillaume Saint-Pierre" userId="ab4a63aca6b51c61" providerId="LiveId" clId="{BE8D0D60-8C36-F34B-A741-E0CA1BE99B02}" dt="2025-05-31T11:56:44.681" v="6507"/>
          <ac:spMkLst>
            <pc:docMk/>
            <pc:sldMk cId="4119340502" sldId="476"/>
            <ac:spMk id="13" creationId="{F4ED4C6D-EF94-6D34-0781-4B7651F37BA8}"/>
          </ac:spMkLst>
        </pc:spChg>
        <pc:graphicFrameChg chg="add mod modGraphic">
          <ac:chgData name="Guillaume Saint-Pierre" userId="ab4a63aca6b51c61" providerId="LiveId" clId="{BE8D0D60-8C36-F34B-A741-E0CA1BE99B02}" dt="2025-05-28T17:37:28.903" v="2842" actId="14734"/>
          <ac:graphicFrameMkLst>
            <pc:docMk/>
            <pc:sldMk cId="4119340502" sldId="476"/>
            <ac:graphicFrameMk id="2" creationId="{77BE4D5F-DF68-BC52-BA52-FFFD3A0B1A3D}"/>
          </ac:graphicFrameMkLst>
        </pc:graphicFrameChg>
      </pc:sldChg>
      <pc:sldChg chg="addSp delSp modSp add del mod">
        <pc:chgData name="Guillaume Saint-Pierre" userId="ab4a63aca6b51c61" providerId="LiveId" clId="{BE8D0D60-8C36-F34B-A741-E0CA1BE99B02}" dt="2025-05-28T17:48:59.863" v="2926" actId="2696"/>
        <pc:sldMkLst>
          <pc:docMk/>
          <pc:sldMk cId="449560143" sldId="477"/>
        </pc:sldMkLst>
      </pc:sldChg>
      <pc:sldChg chg="addSp delSp modSp add mod">
        <pc:chgData name="Guillaume Saint-Pierre" userId="ab4a63aca6b51c61" providerId="LiveId" clId="{BE8D0D60-8C36-F34B-A741-E0CA1BE99B02}" dt="2025-05-31T11:56:46.265" v="6508"/>
        <pc:sldMkLst>
          <pc:docMk/>
          <pc:sldMk cId="3822965988" sldId="478"/>
        </pc:sldMkLst>
        <pc:spChg chg="add mod">
          <ac:chgData name="Guillaume Saint-Pierre" userId="ab4a63aca6b51c61" providerId="LiveId" clId="{BE8D0D60-8C36-F34B-A741-E0CA1BE99B02}" dt="2025-05-31T11:56:46.265" v="6508"/>
          <ac:spMkLst>
            <pc:docMk/>
            <pc:sldMk cId="3822965988" sldId="478"/>
            <ac:spMk id="2" creationId="{F55A5D14-5B85-0244-0D44-19E956117134}"/>
          </ac:spMkLst>
        </pc:spChg>
        <pc:spChg chg="mod">
          <ac:chgData name="Guillaume Saint-Pierre" userId="ab4a63aca6b51c61" providerId="LiveId" clId="{BE8D0D60-8C36-F34B-A741-E0CA1BE99B02}" dt="2025-05-30T10:16:52.097" v="3857" actId="20577"/>
          <ac:spMkLst>
            <pc:docMk/>
            <pc:sldMk cId="3822965988" sldId="478"/>
            <ac:spMk id="3" creationId="{DBF37622-70A7-240A-5E18-4C86E8636288}"/>
          </ac:spMkLst>
        </pc:spChg>
        <pc:spChg chg="add">
          <ac:chgData name="Guillaume Saint-Pierre" userId="ab4a63aca6b51c61" providerId="LiveId" clId="{BE8D0D60-8C36-F34B-A741-E0CA1BE99B02}" dt="2025-05-28T17:37:50.961" v="2845"/>
          <ac:spMkLst>
            <pc:docMk/>
            <pc:sldMk cId="3822965988" sldId="478"/>
            <ac:spMk id="13" creationId="{462FC781-5C79-922A-F8EB-1C34C939814D}"/>
          </ac:spMkLst>
        </pc:spChg>
        <pc:spChg chg="add mod">
          <ac:chgData name="Guillaume Saint-Pierre" userId="ab4a63aca6b51c61" providerId="LiveId" clId="{BE8D0D60-8C36-F34B-A741-E0CA1BE99B02}" dt="2025-05-28T17:37:54.396" v="2846"/>
          <ac:spMkLst>
            <pc:docMk/>
            <pc:sldMk cId="3822965988" sldId="478"/>
            <ac:spMk id="15" creationId="{BFF2B79D-8CA5-04E1-ECDD-54FE770AE2A9}"/>
          </ac:spMkLst>
        </pc:spChg>
        <pc:picChg chg="add mod">
          <ac:chgData name="Guillaume Saint-Pierre" userId="ab4a63aca6b51c61" providerId="LiveId" clId="{BE8D0D60-8C36-F34B-A741-E0CA1BE99B02}" dt="2025-05-28T17:38:40.238" v="2852" actId="14100"/>
          <ac:picMkLst>
            <pc:docMk/>
            <pc:sldMk cId="3822965988" sldId="478"/>
            <ac:picMk id="17" creationId="{B2B949FF-9E59-C79E-1B6B-0D11F5E5EC08}"/>
          </ac:picMkLst>
        </pc:picChg>
      </pc:sldChg>
      <pc:sldChg chg="addSp delSp modSp add mod ord">
        <pc:chgData name="Guillaume Saint-Pierre" userId="ab4a63aca6b51c61" providerId="LiveId" clId="{BE8D0D60-8C36-F34B-A741-E0CA1BE99B02}" dt="2025-05-30T12:31:43.824" v="4488" actId="1076"/>
        <pc:sldMkLst>
          <pc:docMk/>
          <pc:sldMk cId="2080107077" sldId="479"/>
        </pc:sldMkLst>
        <pc:spChg chg="mod">
          <ac:chgData name="Guillaume Saint-Pierre" userId="ab4a63aca6b51c61" providerId="LiveId" clId="{BE8D0D60-8C36-F34B-A741-E0CA1BE99B02}" dt="2025-05-30T10:15:54.461" v="3831" actId="20577"/>
          <ac:spMkLst>
            <pc:docMk/>
            <pc:sldMk cId="2080107077" sldId="479"/>
            <ac:spMk id="3" creationId="{DBBDFB1F-D75A-716B-8F7C-D3BAFA69F6CA}"/>
          </ac:spMkLst>
        </pc:spChg>
        <pc:spChg chg="add mod">
          <ac:chgData name="Guillaume Saint-Pierre" userId="ab4a63aca6b51c61" providerId="LiveId" clId="{BE8D0D60-8C36-F34B-A741-E0CA1BE99B02}" dt="2025-05-28T17:44:45.109" v="2875" actId="1076"/>
          <ac:spMkLst>
            <pc:docMk/>
            <pc:sldMk cId="2080107077" sldId="479"/>
            <ac:spMk id="4" creationId="{4E1F872B-D424-EC74-8C2B-1B71E665FF6C}"/>
          </ac:spMkLst>
        </pc:spChg>
        <pc:spChg chg="mod">
          <ac:chgData name="Guillaume Saint-Pierre" userId="ab4a63aca6b51c61" providerId="LiveId" clId="{BE8D0D60-8C36-F34B-A741-E0CA1BE99B02}" dt="2025-05-28T19:00:13.478" v="3201" actId="2711"/>
          <ac:spMkLst>
            <pc:docMk/>
            <pc:sldMk cId="2080107077" sldId="479"/>
            <ac:spMk id="7" creationId="{9B06F788-A13D-2B12-A370-4C96EE2B4644}"/>
          </ac:spMkLst>
        </pc:spChg>
        <pc:graphicFrameChg chg="add mod modGraphic">
          <ac:chgData name="Guillaume Saint-Pierre" userId="ab4a63aca6b51c61" providerId="LiveId" clId="{BE8D0D60-8C36-F34B-A741-E0CA1BE99B02}" dt="2025-05-30T12:31:28.030" v="4485" actId="14734"/>
          <ac:graphicFrameMkLst>
            <pc:docMk/>
            <pc:sldMk cId="2080107077" sldId="479"/>
            <ac:graphicFrameMk id="2" creationId="{4545D413-48AC-C9E5-C7DE-DB644556C3F1}"/>
          </ac:graphicFrameMkLst>
        </pc:graphicFrameChg>
        <pc:picChg chg="add mod">
          <ac:chgData name="Guillaume Saint-Pierre" userId="ab4a63aca6b51c61" providerId="LiveId" clId="{BE8D0D60-8C36-F34B-A741-E0CA1BE99B02}" dt="2025-05-30T12:31:43.824" v="4488" actId="1076"/>
          <ac:picMkLst>
            <pc:docMk/>
            <pc:sldMk cId="2080107077" sldId="479"/>
            <ac:picMk id="5" creationId="{3C7E3781-F6EA-E4F7-E879-ABC3CB6F2047}"/>
          </ac:picMkLst>
        </pc:picChg>
      </pc:sldChg>
      <pc:sldChg chg="addSp delSp modSp add del mod">
        <pc:chgData name="Guillaume Saint-Pierre" userId="ab4a63aca6b51c61" providerId="LiveId" clId="{BE8D0D60-8C36-F34B-A741-E0CA1BE99B02}" dt="2025-05-30T12:31:50.875" v="4489" actId="2696"/>
        <pc:sldMkLst>
          <pc:docMk/>
          <pc:sldMk cId="120055802" sldId="480"/>
        </pc:sldMkLst>
        <pc:spChg chg="mod">
          <ac:chgData name="Guillaume Saint-Pierre" userId="ab4a63aca6b51c61" providerId="LiveId" clId="{BE8D0D60-8C36-F34B-A741-E0CA1BE99B02}" dt="2025-05-30T10:15:58.193" v="3833" actId="20577"/>
          <ac:spMkLst>
            <pc:docMk/>
            <pc:sldMk cId="120055802" sldId="480"/>
            <ac:spMk id="3" creationId="{CAA7CB43-EBF8-685B-C93F-1FD0A4D664D2}"/>
          </ac:spMkLst>
        </pc:spChg>
      </pc:sldChg>
      <pc:sldChg chg="addSp delSp modSp add del mod">
        <pc:chgData name="Guillaume Saint-Pierre" userId="ab4a63aca6b51c61" providerId="LiveId" clId="{BE8D0D60-8C36-F34B-A741-E0CA1BE99B02}" dt="2025-05-30T12:34:04.463" v="4519" actId="2696"/>
        <pc:sldMkLst>
          <pc:docMk/>
          <pc:sldMk cId="451725902" sldId="481"/>
        </pc:sldMkLst>
        <pc:spChg chg="mod">
          <ac:chgData name="Guillaume Saint-Pierre" userId="ab4a63aca6b51c61" providerId="LiveId" clId="{BE8D0D60-8C36-F34B-A741-E0CA1BE99B02}" dt="2025-05-30T10:16:12.212" v="3841" actId="20577"/>
          <ac:spMkLst>
            <pc:docMk/>
            <pc:sldMk cId="451725902" sldId="481"/>
            <ac:spMk id="3" creationId="{91B9C872-CA83-9493-EC70-58B4C2EC5E38}"/>
          </ac:spMkLst>
        </pc:spChg>
      </pc:sldChg>
      <pc:sldChg chg="addSp delSp modSp add mod ord">
        <pc:chgData name="Guillaume Saint-Pierre" userId="ab4a63aca6b51c61" providerId="LiveId" clId="{BE8D0D60-8C36-F34B-A741-E0CA1BE99B02}" dt="2025-05-31T11:41:24.335" v="6265"/>
        <pc:sldMkLst>
          <pc:docMk/>
          <pc:sldMk cId="1943472485" sldId="482"/>
        </pc:sldMkLst>
        <pc:spChg chg="mod">
          <ac:chgData name="Guillaume Saint-Pierre" userId="ab4a63aca6b51c61" providerId="LiveId" clId="{BE8D0D60-8C36-F34B-A741-E0CA1BE99B02}" dt="2025-05-28T18:33:06.788" v="2974" actId="20577"/>
          <ac:spMkLst>
            <pc:docMk/>
            <pc:sldMk cId="1943472485" sldId="482"/>
            <ac:spMk id="2" creationId="{7A2B5FC7-69C5-072D-E700-EA3C74CFBFB6}"/>
          </ac:spMkLst>
        </pc:spChg>
        <pc:picChg chg="add mod">
          <ac:chgData name="Guillaume Saint-Pierre" userId="ab4a63aca6b51c61" providerId="LiveId" clId="{BE8D0D60-8C36-F34B-A741-E0CA1BE99B02}" dt="2025-05-30T08:53:21.056" v="3461" actId="1076"/>
          <ac:picMkLst>
            <pc:docMk/>
            <pc:sldMk cId="1943472485" sldId="482"/>
            <ac:picMk id="4" creationId="{3F230383-F461-92FB-93B3-54DBFFBD44E4}"/>
          </ac:picMkLst>
        </pc:picChg>
        <pc:picChg chg="add mod">
          <ac:chgData name="Guillaume Saint-Pierre" userId="ab4a63aca6b51c61" providerId="LiveId" clId="{BE8D0D60-8C36-F34B-A741-E0CA1BE99B02}" dt="2025-05-31T11:41:24.335" v="6265"/>
          <ac:picMkLst>
            <pc:docMk/>
            <pc:sldMk cId="1943472485" sldId="482"/>
            <ac:picMk id="6" creationId="{C74C1089-2E55-775B-9823-46E8F9A89F22}"/>
          </ac:picMkLst>
        </pc:picChg>
      </pc:sldChg>
      <pc:sldChg chg="new del">
        <pc:chgData name="Guillaume Saint-Pierre" userId="ab4a63aca6b51c61" providerId="LiveId" clId="{BE8D0D60-8C36-F34B-A741-E0CA1BE99B02}" dt="2025-05-28T18:32:15.316" v="2955" actId="680"/>
        <pc:sldMkLst>
          <pc:docMk/>
          <pc:sldMk cId="3214398878" sldId="482"/>
        </pc:sldMkLst>
      </pc:sldChg>
      <pc:sldChg chg="addSp delSp modSp add mod">
        <pc:chgData name="Guillaume Saint-Pierre" userId="ab4a63aca6b51c61" providerId="LiveId" clId="{BE8D0D60-8C36-F34B-A741-E0CA1BE99B02}" dt="2025-05-31T12:00:27.009" v="6579" actId="20577"/>
        <pc:sldMkLst>
          <pc:docMk/>
          <pc:sldMk cId="4054120396" sldId="483"/>
        </pc:sldMkLst>
        <pc:spChg chg="add mod">
          <ac:chgData name="Guillaume Saint-Pierre" userId="ab4a63aca6b51c61" providerId="LiveId" clId="{BE8D0D60-8C36-F34B-A741-E0CA1BE99B02}" dt="2025-05-31T12:00:27.009" v="6579" actId="20577"/>
          <ac:spMkLst>
            <pc:docMk/>
            <pc:sldMk cId="4054120396" sldId="483"/>
            <ac:spMk id="4" creationId="{034D1316-7F5D-1D12-1729-032CEB7CEE6D}"/>
          </ac:spMkLst>
        </pc:spChg>
        <pc:spChg chg="add mod">
          <ac:chgData name="Guillaume Saint-Pierre" userId="ab4a63aca6b51c61" providerId="LiveId" clId="{BE8D0D60-8C36-F34B-A741-E0CA1BE99B02}" dt="2025-05-28T18:45:27.418" v="3061" actId="1076"/>
          <ac:spMkLst>
            <pc:docMk/>
            <pc:sldMk cId="4054120396" sldId="483"/>
            <ac:spMk id="14" creationId="{0E1094E3-D24D-0970-9AF7-A14F975E1F9D}"/>
          </ac:spMkLst>
        </pc:spChg>
        <pc:picChg chg="add mod">
          <ac:chgData name="Guillaume Saint-Pierre" userId="ab4a63aca6b51c61" providerId="LiveId" clId="{BE8D0D60-8C36-F34B-A741-E0CA1BE99B02}" dt="2025-05-28T18:44:39.321" v="3058" actId="14100"/>
          <ac:picMkLst>
            <pc:docMk/>
            <pc:sldMk cId="4054120396" sldId="483"/>
            <ac:picMk id="7" creationId="{DE2A4874-EBA7-2B3B-2211-F0C57CE72D7B}"/>
          </ac:picMkLst>
        </pc:picChg>
      </pc:sldChg>
      <pc:sldChg chg="addSp delSp modSp add mod modAnim modNotes">
        <pc:chgData name="Guillaume Saint-Pierre" userId="ab4a63aca6b51c61" providerId="LiveId" clId="{BE8D0D60-8C36-F34B-A741-E0CA1BE99B02}" dt="2025-05-31T12:00:16.474" v="6571" actId="20577"/>
        <pc:sldMkLst>
          <pc:docMk/>
          <pc:sldMk cId="2130469857" sldId="484"/>
        </pc:sldMkLst>
        <pc:spChg chg="add mod">
          <ac:chgData name="Guillaume Saint-Pierre" userId="ab4a63aca6b51c61" providerId="LiveId" clId="{BE8D0D60-8C36-F34B-A741-E0CA1BE99B02}" dt="2025-05-31T12:00:16.474" v="6571" actId="20577"/>
          <ac:spMkLst>
            <pc:docMk/>
            <pc:sldMk cId="2130469857" sldId="484"/>
            <ac:spMk id="12" creationId="{9AF0BB93-A26A-3E69-B870-E818A7049450}"/>
          </ac:spMkLst>
        </pc:spChg>
        <pc:picChg chg="add mod">
          <ac:chgData name="Guillaume Saint-Pierre" userId="ab4a63aca6b51c61" providerId="LiveId" clId="{BE8D0D60-8C36-F34B-A741-E0CA1BE99B02}" dt="2025-05-28T20:27:49.447" v="3253" actId="1038"/>
          <ac:picMkLst>
            <pc:docMk/>
            <pc:sldMk cId="2130469857" sldId="484"/>
            <ac:picMk id="3" creationId="{19BBD5C6-CDBE-2C02-B181-EFFDF7E714EF}"/>
          </ac:picMkLst>
        </pc:picChg>
        <pc:picChg chg="add del mod">
          <ac:chgData name="Guillaume Saint-Pierre" userId="ab4a63aca6b51c61" providerId="LiveId" clId="{BE8D0D60-8C36-F34B-A741-E0CA1BE99B02}" dt="2025-05-31T08:03:14.342" v="5390" actId="478"/>
          <ac:picMkLst>
            <pc:docMk/>
            <pc:sldMk cId="2130469857" sldId="484"/>
            <ac:picMk id="4" creationId="{AE760462-770F-CA75-16C0-B4040067DE28}"/>
          </ac:picMkLst>
        </pc:picChg>
        <pc:picChg chg="add mod modCrop">
          <ac:chgData name="Guillaume Saint-Pierre" userId="ab4a63aca6b51c61" providerId="LiveId" clId="{BE8D0D60-8C36-F34B-A741-E0CA1BE99B02}" dt="2025-05-31T08:03:32.976" v="5395" actId="1076"/>
          <ac:picMkLst>
            <pc:docMk/>
            <pc:sldMk cId="2130469857" sldId="484"/>
            <ac:picMk id="7" creationId="{13A700A3-EA28-7FA7-53D5-D12F7F121956}"/>
          </ac:picMkLst>
        </pc:picChg>
      </pc:sldChg>
      <pc:sldChg chg="addSp delSp modSp add mod ord">
        <pc:chgData name="Guillaume Saint-Pierre" userId="ab4a63aca6b51c61" providerId="LiveId" clId="{BE8D0D60-8C36-F34B-A741-E0CA1BE99B02}" dt="2025-05-30T10:13:48.231" v="3764" actId="20577"/>
        <pc:sldMkLst>
          <pc:docMk/>
          <pc:sldMk cId="2990134" sldId="485"/>
        </pc:sldMkLst>
        <pc:spChg chg="mod">
          <ac:chgData name="Guillaume Saint-Pierre" userId="ab4a63aca6b51c61" providerId="LiveId" clId="{BE8D0D60-8C36-F34B-A741-E0CA1BE99B02}" dt="2025-05-30T10:13:48.231" v="3764" actId="20577"/>
          <ac:spMkLst>
            <pc:docMk/>
            <pc:sldMk cId="2990134" sldId="485"/>
            <ac:spMk id="2" creationId="{BED773EA-1EC5-BDB0-FA31-B435C06E689D}"/>
          </ac:spMkLst>
        </pc:spChg>
        <pc:picChg chg="add mod">
          <ac:chgData name="Guillaume Saint-Pierre" userId="ab4a63aca6b51c61" providerId="LiveId" clId="{BE8D0D60-8C36-F34B-A741-E0CA1BE99B02}" dt="2025-05-29T07:39:38.906" v="3285" actId="1076"/>
          <ac:picMkLst>
            <pc:docMk/>
            <pc:sldMk cId="2990134" sldId="485"/>
            <ac:picMk id="5" creationId="{C3A98FE8-E378-3B23-DB8C-559714096C45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44:16.215" v="6288" actId="478"/>
        <pc:sldMkLst>
          <pc:docMk/>
          <pc:sldMk cId="1835098861" sldId="486"/>
        </pc:sldMkLst>
        <pc:spChg chg="add del mod">
          <ac:chgData name="Guillaume Saint-Pierre" userId="ab4a63aca6b51c61" providerId="LiveId" clId="{BE8D0D60-8C36-F34B-A741-E0CA1BE99B02}" dt="2025-05-30T09:21:45.079" v="3532" actId="22"/>
          <ac:spMkLst>
            <pc:docMk/>
            <pc:sldMk cId="1835098861" sldId="486"/>
            <ac:spMk id="15" creationId="{71ACED38-9384-7556-98A3-157D0D16C2A6}"/>
          </ac:spMkLst>
        </pc:spChg>
        <pc:spChg chg="add del mod">
          <ac:chgData name="Guillaume Saint-Pierre" userId="ab4a63aca6b51c61" providerId="LiveId" clId="{BE8D0D60-8C36-F34B-A741-E0CA1BE99B02}" dt="2025-05-31T11:44:16.215" v="6288" actId="478"/>
          <ac:spMkLst>
            <pc:docMk/>
            <pc:sldMk cId="1835098861" sldId="486"/>
            <ac:spMk id="17" creationId="{C34D3FD1-224B-D90B-6554-8DAA2EF85ACA}"/>
          </ac:spMkLst>
        </pc:spChg>
        <pc:graphicFrameChg chg="del mod modGraphic">
          <ac:chgData name="Guillaume Saint-Pierre" userId="ab4a63aca6b51c61" providerId="LiveId" clId="{BE8D0D60-8C36-F34B-A741-E0CA1BE99B02}" dt="2025-05-31T09:24:29.540" v="5888" actId="478"/>
          <ac:graphicFrameMkLst>
            <pc:docMk/>
            <pc:sldMk cId="1835098861" sldId="486"/>
            <ac:graphicFrameMk id="3" creationId="{EA006AD8-4B3B-909B-A8C3-C605A6E29614}"/>
          </ac:graphicFrameMkLst>
        </pc:graphicFrameChg>
        <pc:graphicFrameChg chg="add mod">
          <ac:chgData name="Guillaume Saint-Pierre" userId="ab4a63aca6b51c61" providerId="LiveId" clId="{BE8D0D60-8C36-F34B-A741-E0CA1BE99B02}" dt="2025-05-31T09:24:30.198" v="5889"/>
          <ac:graphicFrameMkLst>
            <pc:docMk/>
            <pc:sldMk cId="1835098861" sldId="486"/>
            <ac:graphicFrameMk id="16" creationId="{C973ACF6-27C2-1C3F-697A-3A660732076D}"/>
          </ac:graphicFrameMkLst>
        </pc:graphicFrameChg>
        <pc:picChg chg="add mod modCrop">
          <ac:chgData name="Guillaume Saint-Pierre" userId="ab4a63aca6b51c61" providerId="LiveId" clId="{BE8D0D60-8C36-F34B-A741-E0CA1BE99B02}" dt="2025-05-31T09:24:09.742" v="5885" actId="14100"/>
          <ac:picMkLst>
            <pc:docMk/>
            <pc:sldMk cId="1835098861" sldId="486"/>
            <ac:picMk id="2" creationId="{3C58C81E-3F17-F2D8-8B95-A67379351A8B}"/>
          </ac:picMkLst>
        </pc:picChg>
      </pc:sldChg>
      <pc:sldChg chg="addSp delSp modSp add mod">
        <pc:chgData name="Guillaume Saint-Pierre" userId="ab4a63aca6b51c61" providerId="LiveId" clId="{BE8D0D60-8C36-F34B-A741-E0CA1BE99B02}" dt="2025-05-30T09:22:57.362" v="3607" actId="20577"/>
        <pc:sldMkLst>
          <pc:docMk/>
          <pc:sldMk cId="178363028" sldId="487"/>
        </pc:sldMkLst>
        <pc:spChg chg="add mod">
          <ac:chgData name="Guillaume Saint-Pierre" userId="ab4a63aca6b51c61" providerId="LiveId" clId="{BE8D0D60-8C36-F34B-A741-E0CA1BE99B02}" dt="2025-05-30T09:22:57.362" v="3607" actId="20577"/>
          <ac:spMkLst>
            <pc:docMk/>
            <pc:sldMk cId="178363028" sldId="487"/>
            <ac:spMk id="23" creationId="{E404D62C-F593-A772-5339-7616E02A68A6}"/>
          </ac:spMkLst>
        </pc:spChg>
        <pc:graphicFrameChg chg="del">
          <ac:chgData name="Guillaume Saint-Pierre" userId="ab4a63aca6b51c61" providerId="LiveId" clId="{BE8D0D60-8C36-F34B-A741-E0CA1BE99B02}" dt="2025-05-30T08:44:30.182" v="3368" actId="478"/>
          <ac:graphicFrameMkLst>
            <pc:docMk/>
            <pc:sldMk cId="178363028" sldId="487"/>
            <ac:graphicFrameMk id="3" creationId="{3B6E47D6-939C-44F7-EF8A-88F118208AF0}"/>
          </ac:graphicFrameMkLst>
        </pc:graphicFrameChg>
        <pc:picChg chg="add del mod">
          <ac:chgData name="Guillaume Saint-Pierre" userId="ab4a63aca6b51c61" providerId="LiveId" clId="{BE8D0D60-8C36-F34B-A741-E0CA1BE99B02}" dt="2025-05-30T08:43:56.237" v="3358" actId="478"/>
          <ac:picMkLst>
            <pc:docMk/>
            <pc:sldMk cId="178363028" sldId="487"/>
            <ac:picMk id="7" creationId="{4EE7A65E-F49A-96AD-504B-0AD1384F22A5}"/>
          </ac:picMkLst>
        </pc:picChg>
        <pc:picChg chg="add del mod">
          <ac:chgData name="Guillaume Saint-Pierre" userId="ab4a63aca6b51c61" providerId="LiveId" clId="{BE8D0D60-8C36-F34B-A741-E0CA1BE99B02}" dt="2025-05-30T08:43:55.374" v="3356" actId="478"/>
          <ac:picMkLst>
            <pc:docMk/>
            <pc:sldMk cId="178363028" sldId="487"/>
            <ac:picMk id="16" creationId="{4B0D5F80-C1B9-54A8-1E6D-4B851D9E4175}"/>
          </ac:picMkLst>
        </pc:picChg>
        <pc:picChg chg="add del mod">
          <ac:chgData name="Guillaume Saint-Pierre" userId="ab4a63aca6b51c61" providerId="LiveId" clId="{BE8D0D60-8C36-F34B-A741-E0CA1BE99B02}" dt="2025-05-30T08:48:54.390" v="3412" actId="478"/>
          <ac:picMkLst>
            <pc:docMk/>
            <pc:sldMk cId="178363028" sldId="487"/>
            <ac:picMk id="18" creationId="{E5034B30-7E0D-31DF-5C19-90A9B12B8B5F}"/>
          </ac:picMkLst>
        </pc:picChg>
        <pc:picChg chg="add del mod">
          <ac:chgData name="Guillaume Saint-Pierre" userId="ab4a63aca6b51c61" providerId="LiveId" clId="{BE8D0D60-8C36-F34B-A741-E0CA1BE99B02}" dt="2025-05-30T08:55:07.597" v="3467" actId="478"/>
          <ac:picMkLst>
            <pc:docMk/>
            <pc:sldMk cId="178363028" sldId="487"/>
            <ac:picMk id="19" creationId="{D2CD2897-A94B-8EB8-0AC8-DF3CBCF0A6F9}"/>
          </ac:picMkLst>
        </pc:picChg>
        <pc:picChg chg="add del mod">
          <ac:chgData name="Guillaume Saint-Pierre" userId="ab4a63aca6b51c61" providerId="LiveId" clId="{BE8D0D60-8C36-F34B-A741-E0CA1BE99B02}" dt="2025-05-30T08:49:10.266" v="3416" actId="478"/>
          <ac:picMkLst>
            <pc:docMk/>
            <pc:sldMk cId="178363028" sldId="487"/>
            <ac:picMk id="21" creationId="{05C8FCC0-F19E-E09D-93C7-3C8F00C0A000}"/>
          </ac:picMkLst>
        </pc:picChg>
        <pc:picChg chg="add mod">
          <ac:chgData name="Guillaume Saint-Pierre" userId="ab4a63aca6b51c61" providerId="LiveId" clId="{BE8D0D60-8C36-F34B-A741-E0CA1BE99B02}" dt="2025-05-30T08:55:15.696" v="3473" actId="1076"/>
          <ac:picMkLst>
            <pc:docMk/>
            <pc:sldMk cId="178363028" sldId="487"/>
            <ac:picMk id="22" creationId="{98A7670F-AF6F-0A33-9590-B54466E555D6}"/>
          </ac:picMkLst>
        </pc:picChg>
        <pc:picChg chg="add del mod">
          <ac:chgData name="Guillaume Saint-Pierre" userId="ab4a63aca6b51c61" providerId="LiveId" clId="{BE8D0D60-8C36-F34B-A741-E0CA1BE99B02}" dt="2025-05-30T08:50:59.358" v="3424" actId="478"/>
          <ac:picMkLst>
            <pc:docMk/>
            <pc:sldMk cId="178363028" sldId="487"/>
            <ac:picMk id="1026" creationId="{3D88F281-E5DD-CB96-397B-2328E2971BF4}"/>
          </ac:picMkLst>
        </pc:picChg>
      </pc:sldChg>
      <pc:sldChg chg="addSp delSp modSp add mod">
        <pc:chgData name="Guillaume Saint-Pierre" userId="ab4a63aca6b51c61" providerId="LiveId" clId="{BE8D0D60-8C36-F34B-A741-E0CA1BE99B02}" dt="2025-05-30T09:22:32.123" v="3570" actId="20577"/>
        <pc:sldMkLst>
          <pc:docMk/>
          <pc:sldMk cId="3484653714" sldId="488"/>
        </pc:sldMkLst>
        <pc:spChg chg="add mod">
          <ac:chgData name="Guillaume Saint-Pierre" userId="ab4a63aca6b51c61" providerId="LiveId" clId="{BE8D0D60-8C36-F34B-A741-E0CA1BE99B02}" dt="2025-05-30T09:22:32.123" v="3570" actId="20577"/>
          <ac:spMkLst>
            <pc:docMk/>
            <pc:sldMk cId="3484653714" sldId="488"/>
            <ac:spMk id="30" creationId="{F8E7B8A2-51C0-B01D-DA18-27487D8BC04C}"/>
          </ac:spMkLst>
        </pc:spChg>
        <pc:graphicFrameChg chg="del">
          <ac:chgData name="Guillaume Saint-Pierre" userId="ab4a63aca6b51c61" providerId="LiveId" clId="{BE8D0D60-8C36-F34B-A741-E0CA1BE99B02}" dt="2025-05-30T08:46:14.388" v="3375" actId="478"/>
          <ac:graphicFrameMkLst>
            <pc:docMk/>
            <pc:sldMk cId="3484653714" sldId="488"/>
            <ac:graphicFrameMk id="3" creationId="{A807EBF1-D34B-B4CD-8302-F8AFBBBB2D46}"/>
          </ac:graphicFrameMkLst>
        </pc:graphicFrameChg>
        <pc:picChg chg="del">
          <ac:chgData name="Guillaume Saint-Pierre" userId="ab4a63aca6b51c61" providerId="LiveId" clId="{BE8D0D60-8C36-F34B-A741-E0CA1BE99B02}" dt="2025-05-30T08:46:15.460" v="3376" actId="478"/>
          <ac:picMkLst>
            <pc:docMk/>
            <pc:sldMk cId="3484653714" sldId="488"/>
            <ac:picMk id="2" creationId="{331F05F7-D3B4-2310-B73C-39BAEBB2487A}"/>
          </ac:picMkLst>
        </pc:picChg>
        <pc:picChg chg="add del mod">
          <ac:chgData name="Guillaume Saint-Pierre" userId="ab4a63aca6b51c61" providerId="LiveId" clId="{BE8D0D60-8C36-F34B-A741-E0CA1BE99B02}" dt="2025-05-30T08:47:33.328" v="3393" actId="478"/>
          <ac:picMkLst>
            <pc:docMk/>
            <pc:sldMk cId="3484653714" sldId="488"/>
            <ac:picMk id="15" creationId="{23B864B2-B4AE-185A-35FA-B7038CB2B2E0}"/>
          </ac:picMkLst>
        </pc:picChg>
        <pc:picChg chg="add del mod">
          <ac:chgData name="Guillaume Saint-Pierre" userId="ab4a63aca6b51c61" providerId="LiveId" clId="{BE8D0D60-8C36-F34B-A741-E0CA1BE99B02}" dt="2025-05-30T08:46:56.977" v="3386" actId="478"/>
          <ac:picMkLst>
            <pc:docMk/>
            <pc:sldMk cId="3484653714" sldId="488"/>
            <ac:picMk id="17" creationId="{DA118A7A-E0CD-9964-33E0-DA4D2F0BF378}"/>
          </ac:picMkLst>
        </pc:picChg>
        <pc:picChg chg="add del mod">
          <ac:chgData name="Guillaume Saint-Pierre" userId="ab4a63aca6b51c61" providerId="LiveId" clId="{BE8D0D60-8C36-F34B-A741-E0CA1BE99B02}" dt="2025-05-30T08:47:51.426" v="3399" actId="478"/>
          <ac:picMkLst>
            <pc:docMk/>
            <pc:sldMk cId="3484653714" sldId="488"/>
            <ac:picMk id="19" creationId="{9B960E15-4ACB-1DB8-9291-D70BCAEE68C5}"/>
          </ac:picMkLst>
        </pc:picChg>
        <pc:picChg chg="add mod">
          <ac:chgData name="Guillaume Saint-Pierre" userId="ab4a63aca6b51c61" providerId="LiveId" clId="{BE8D0D60-8C36-F34B-A741-E0CA1BE99B02}" dt="2025-05-30T08:48:24.411" v="3407" actId="1076"/>
          <ac:picMkLst>
            <pc:docMk/>
            <pc:sldMk cId="3484653714" sldId="488"/>
            <ac:picMk id="21" creationId="{2519CB2C-20E5-C229-67ED-66AB643E916F}"/>
          </ac:picMkLst>
        </pc:picChg>
        <pc:picChg chg="add mod">
          <ac:chgData name="Guillaume Saint-Pierre" userId="ab4a63aca6b51c61" providerId="LiveId" clId="{BE8D0D60-8C36-F34B-A741-E0CA1BE99B02}" dt="2025-05-30T08:48:05.106" v="3400"/>
          <ac:picMkLst>
            <pc:docMk/>
            <pc:sldMk cId="3484653714" sldId="488"/>
            <ac:picMk id="23" creationId="{45D2524A-A6B6-46DE-7822-7C39AF5176EE}"/>
          </ac:picMkLst>
        </pc:picChg>
        <pc:picChg chg="add del mod">
          <ac:chgData name="Guillaume Saint-Pierre" userId="ab4a63aca6b51c61" providerId="LiveId" clId="{BE8D0D60-8C36-F34B-A741-E0CA1BE99B02}" dt="2025-05-30T08:49:15.547" v="3417" actId="478"/>
          <ac:picMkLst>
            <pc:docMk/>
            <pc:sldMk cId="3484653714" sldId="488"/>
            <ac:picMk id="25" creationId="{6FB2B09B-7504-6F82-CE45-89C8DA463831}"/>
          </ac:picMkLst>
        </pc:picChg>
        <pc:picChg chg="add mod">
          <ac:chgData name="Guillaume Saint-Pierre" userId="ab4a63aca6b51c61" providerId="LiveId" clId="{BE8D0D60-8C36-F34B-A741-E0CA1BE99B02}" dt="2025-05-30T08:49:20.149" v="3420" actId="1076"/>
          <ac:picMkLst>
            <pc:docMk/>
            <pc:sldMk cId="3484653714" sldId="488"/>
            <ac:picMk id="26" creationId="{F28CD7D7-C403-E4A0-B998-99FF2E74715E}"/>
          </ac:picMkLst>
        </pc:picChg>
        <pc:picChg chg="add del mod">
          <ac:chgData name="Guillaume Saint-Pierre" userId="ab4a63aca6b51c61" providerId="LiveId" clId="{BE8D0D60-8C36-F34B-A741-E0CA1BE99B02}" dt="2025-05-30T08:56:32.983" v="3477" actId="478"/>
          <ac:picMkLst>
            <pc:docMk/>
            <pc:sldMk cId="3484653714" sldId="488"/>
            <ac:picMk id="28" creationId="{89F380BD-B2E6-390B-59AD-67614D8EBC54}"/>
          </ac:picMkLst>
        </pc:picChg>
      </pc:sldChg>
      <pc:sldChg chg="addSp delSp modSp add mod">
        <pc:chgData name="Guillaume Saint-Pierre" userId="ab4a63aca6b51c61" providerId="LiveId" clId="{BE8D0D60-8C36-F34B-A741-E0CA1BE99B02}" dt="2025-05-30T09:23:20.549" v="3640" actId="1076"/>
        <pc:sldMkLst>
          <pc:docMk/>
          <pc:sldMk cId="2761362109" sldId="489"/>
        </pc:sldMkLst>
        <pc:spChg chg="add mod">
          <ac:chgData name="Guillaume Saint-Pierre" userId="ab4a63aca6b51c61" providerId="LiveId" clId="{BE8D0D60-8C36-F34B-A741-E0CA1BE99B02}" dt="2025-05-30T09:23:19.597" v="3639" actId="20577"/>
          <ac:spMkLst>
            <pc:docMk/>
            <pc:sldMk cId="2761362109" sldId="489"/>
            <ac:spMk id="17" creationId="{9DC98168-31B5-BBB7-4010-9F48CA161F2E}"/>
          </ac:spMkLst>
        </pc:spChg>
        <pc:picChg chg="add mod">
          <ac:chgData name="Guillaume Saint-Pierre" userId="ab4a63aca6b51c61" providerId="LiveId" clId="{BE8D0D60-8C36-F34B-A741-E0CA1BE99B02}" dt="2025-05-30T08:59:07.533" v="3519" actId="1076"/>
          <ac:picMkLst>
            <pc:docMk/>
            <pc:sldMk cId="2761362109" sldId="489"/>
            <ac:picMk id="2" creationId="{EED64A15-D034-5E31-E58A-FADA4EE60DDD}"/>
          </ac:picMkLst>
        </pc:picChg>
        <pc:picChg chg="add del mod">
          <ac:chgData name="Guillaume Saint-Pierre" userId="ab4a63aca6b51c61" providerId="LiveId" clId="{BE8D0D60-8C36-F34B-A741-E0CA1BE99B02}" dt="2025-05-30T08:55:05.509" v="3466" actId="478"/>
          <ac:picMkLst>
            <pc:docMk/>
            <pc:sldMk cId="2761362109" sldId="489"/>
            <ac:picMk id="7" creationId="{EC0C4E51-C10E-6555-59D2-E9F8B5B1C545}"/>
          </ac:picMkLst>
        </pc:picChg>
        <pc:picChg chg="add mod">
          <ac:chgData name="Guillaume Saint-Pierre" userId="ab4a63aca6b51c61" providerId="LiveId" clId="{BE8D0D60-8C36-F34B-A741-E0CA1BE99B02}" dt="2025-05-30T09:23:20.549" v="3640" actId="1076"/>
          <ac:picMkLst>
            <pc:docMk/>
            <pc:sldMk cId="2761362109" sldId="489"/>
            <ac:picMk id="16" creationId="{7F4662C9-B710-EF6B-BF08-04CEC0B233C5}"/>
          </ac:picMkLst>
        </pc:picChg>
        <pc:picChg chg="del">
          <ac:chgData name="Guillaume Saint-Pierre" userId="ab4a63aca6b51c61" providerId="LiveId" clId="{BE8D0D60-8C36-F34B-A741-E0CA1BE99B02}" dt="2025-05-30T08:51:12.125" v="3429" actId="478"/>
          <ac:picMkLst>
            <pc:docMk/>
            <pc:sldMk cId="2761362109" sldId="489"/>
            <ac:picMk id="19" creationId="{105CC657-9E23-BD2D-D2B7-1C6F1A94DB72}"/>
          </ac:picMkLst>
        </pc:picChg>
        <pc:picChg chg="add mod">
          <ac:chgData name="Guillaume Saint-Pierre" userId="ab4a63aca6b51c61" providerId="LiveId" clId="{BE8D0D60-8C36-F34B-A741-E0CA1BE99B02}" dt="2025-05-30T08:51:33.344" v="3436" actId="688"/>
          <ac:picMkLst>
            <pc:docMk/>
            <pc:sldMk cId="2761362109" sldId="489"/>
            <ac:picMk id="3074" creationId="{4CCEC03A-667E-67E3-F6FB-9A85D19E6D38}"/>
          </ac:picMkLst>
        </pc:picChg>
        <pc:picChg chg="add mod">
          <ac:chgData name="Guillaume Saint-Pierre" userId="ab4a63aca6b51c61" providerId="LiveId" clId="{BE8D0D60-8C36-F34B-A741-E0CA1BE99B02}" dt="2025-05-30T08:59:04.323" v="3518" actId="1076"/>
          <ac:picMkLst>
            <pc:docMk/>
            <pc:sldMk cId="2761362109" sldId="489"/>
            <ac:picMk id="3076" creationId="{5DCAED8C-221B-717D-1278-3B0F5ACA166D}"/>
          </ac:picMkLst>
        </pc:picChg>
      </pc:sldChg>
      <pc:sldChg chg="addSp delSp modSp add mod">
        <pc:chgData name="Guillaume Saint-Pierre" userId="ab4a63aca6b51c61" providerId="LiveId" clId="{BE8D0D60-8C36-F34B-A741-E0CA1BE99B02}" dt="2025-05-30T15:10:58.530" v="4594" actId="1076"/>
        <pc:sldMkLst>
          <pc:docMk/>
          <pc:sldMk cId="3310860615" sldId="490"/>
        </pc:sldMkLst>
        <pc:spChg chg="add mod">
          <ac:chgData name="Guillaume Saint-Pierre" userId="ab4a63aca6b51c61" providerId="LiveId" clId="{BE8D0D60-8C36-F34B-A741-E0CA1BE99B02}" dt="2025-05-30T09:24:05.783" v="3674" actId="20577"/>
          <ac:spMkLst>
            <pc:docMk/>
            <pc:sldMk cId="3310860615" sldId="490"/>
            <ac:spMk id="15" creationId="{837D6B4E-5965-32C6-151D-99BA17453D63}"/>
          </ac:spMkLst>
        </pc:spChg>
        <pc:picChg chg="del">
          <ac:chgData name="Guillaume Saint-Pierre" userId="ab4a63aca6b51c61" providerId="LiveId" clId="{BE8D0D60-8C36-F34B-A741-E0CA1BE99B02}" dt="2025-05-30T08:52:05.350" v="3446" actId="478"/>
          <ac:picMkLst>
            <pc:docMk/>
            <pc:sldMk cId="3310860615" sldId="490"/>
            <ac:picMk id="2" creationId="{239D5090-EBF0-CF65-5105-32A9D968D67C}"/>
          </ac:picMkLst>
        </pc:picChg>
        <pc:picChg chg="add del mod">
          <ac:chgData name="Guillaume Saint-Pierre" userId="ab4a63aca6b51c61" providerId="LiveId" clId="{BE8D0D60-8C36-F34B-A741-E0CA1BE99B02}" dt="2025-05-30T10:32:18.355" v="3934" actId="478"/>
          <ac:picMkLst>
            <pc:docMk/>
            <pc:sldMk cId="3310860615" sldId="490"/>
            <ac:picMk id="7" creationId="{14F5F4B8-0A0C-74B9-7D87-746AC9A04218}"/>
          </ac:picMkLst>
        </pc:picChg>
        <pc:picChg chg="add del mod">
          <ac:chgData name="Guillaume Saint-Pierre" userId="ab4a63aca6b51c61" providerId="LiveId" clId="{BE8D0D60-8C36-F34B-A741-E0CA1BE99B02}" dt="2025-05-30T10:32:17.335" v="3933" actId="478"/>
          <ac:picMkLst>
            <pc:docMk/>
            <pc:sldMk cId="3310860615" sldId="490"/>
            <ac:picMk id="17" creationId="{64D8E7A1-8BA5-9D51-0B11-4D62CFD56605}"/>
          </ac:picMkLst>
        </pc:picChg>
        <pc:picChg chg="add del mod">
          <ac:chgData name="Guillaume Saint-Pierre" userId="ab4a63aca6b51c61" providerId="LiveId" clId="{BE8D0D60-8C36-F34B-A741-E0CA1BE99B02}" dt="2025-05-30T15:10:38.247" v="4589" actId="478"/>
          <ac:picMkLst>
            <pc:docMk/>
            <pc:sldMk cId="3310860615" sldId="490"/>
            <ac:picMk id="19" creationId="{EDFAF42F-A232-868C-A066-8FBC4ADC984F}"/>
          </ac:picMkLst>
        </pc:picChg>
        <pc:picChg chg="add mod">
          <ac:chgData name="Guillaume Saint-Pierre" userId="ab4a63aca6b51c61" providerId="LiveId" clId="{BE8D0D60-8C36-F34B-A741-E0CA1BE99B02}" dt="2025-05-30T15:10:58.530" v="4594" actId="1076"/>
          <ac:picMkLst>
            <pc:docMk/>
            <pc:sldMk cId="3310860615" sldId="490"/>
            <ac:picMk id="21" creationId="{6BD6533F-F7F8-4D10-C7D3-6D1CBCFD54BB}"/>
          </ac:picMkLst>
        </pc:picChg>
        <pc:picChg chg="del">
          <ac:chgData name="Guillaume Saint-Pierre" userId="ab4a63aca6b51c61" providerId="LiveId" clId="{BE8D0D60-8C36-F34B-A741-E0CA1BE99B02}" dt="2025-05-30T08:52:07.124" v="3447" actId="478"/>
          <ac:picMkLst>
            <pc:docMk/>
            <pc:sldMk cId="3310860615" sldId="490"/>
            <ac:picMk id="3076" creationId="{DFCDB81C-2733-874D-155E-73ADFF923A41}"/>
          </ac:picMkLst>
        </pc:picChg>
      </pc:sldChg>
      <pc:sldChg chg="new del">
        <pc:chgData name="Guillaume Saint-Pierre" userId="ab4a63aca6b51c61" providerId="LiveId" clId="{BE8D0D60-8C36-F34B-A741-E0CA1BE99B02}" dt="2025-05-30T08:56:43.926" v="3479" actId="680"/>
        <pc:sldMkLst>
          <pc:docMk/>
          <pc:sldMk cId="1562510979" sldId="491"/>
        </pc:sldMkLst>
      </pc:sldChg>
      <pc:sldChg chg="addSp delSp modSp add mod">
        <pc:chgData name="Guillaume Saint-Pierre" userId="ab4a63aca6b51c61" providerId="LiveId" clId="{BE8D0D60-8C36-F34B-A741-E0CA1BE99B02}" dt="2025-05-30T09:23:41.903" v="3660" actId="20577"/>
        <pc:sldMkLst>
          <pc:docMk/>
          <pc:sldMk cId="1572706976" sldId="491"/>
        </pc:sldMkLst>
        <pc:spChg chg="add del">
          <ac:chgData name="Guillaume Saint-Pierre" userId="ab4a63aca6b51c61" providerId="LiveId" clId="{BE8D0D60-8C36-F34B-A741-E0CA1BE99B02}" dt="2025-05-30T09:23:29.070" v="3642" actId="22"/>
          <ac:spMkLst>
            <pc:docMk/>
            <pc:sldMk cId="1572706976" sldId="491"/>
            <ac:spMk id="19" creationId="{D5D21765-E75A-A851-AFF3-0C7730EF0289}"/>
          </ac:spMkLst>
        </pc:spChg>
        <pc:spChg chg="add mod">
          <ac:chgData name="Guillaume Saint-Pierre" userId="ab4a63aca6b51c61" providerId="LiveId" clId="{BE8D0D60-8C36-F34B-A741-E0CA1BE99B02}" dt="2025-05-30T09:23:41.903" v="3660" actId="20577"/>
          <ac:spMkLst>
            <pc:docMk/>
            <pc:sldMk cId="1572706976" sldId="491"/>
            <ac:spMk id="20" creationId="{13E679C6-4CCB-F3C2-66F7-F2326B323848}"/>
          </ac:spMkLst>
        </pc:spChg>
        <pc:picChg chg="del">
          <ac:chgData name="Guillaume Saint-Pierre" userId="ab4a63aca6b51c61" providerId="LiveId" clId="{BE8D0D60-8C36-F34B-A741-E0CA1BE99B02}" dt="2025-05-30T08:56:46.770" v="3481" actId="478"/>
          <ac:picMkLst>
            <pc:docMk/>
            <pc:sldMk cId="1572706976" sldId="491"/>
            <ac:picMk id="2" creationId="{7C9AB08E-FADD-B271-A861-2BE158F6995D}"/>
          </ac:picMkLst>
        </pc:picChg>
        <pc:picChg chg="add mod">
          <ac:chgData name="Guillaume Saint-Pierre" userId="ab4a63aca6b51c61" providerId="LiveId" clId="{BE8D0D60-8C36-F34B-A741-E0CA1BE99B02}" dt="2025-05-30T08:57:41.591" v="3503" actId="1076"/>
          <ac:picMkLst>
            <pc:docMk/>
            <pc:sldMk cId="1572706976" sldId="491"/>
            <ac:picMk id="3" creationId="{DDF07568-63AC-99DF-74BE-DB9F7990F408}"/>
          </ac:picMkLst>
        </pc:picChg>
        <pc:picChg chg="add mod">
          <ac:chgData name="Guillaume Saint-Pierre" userId="ab4a63aca6b51c61" providerId="LiveId" clId="{BE8D0D60-8C36-F34B-A741-E0CA1BE99B02}" dt="2025-05-30T08:57:43.014" v="3504" actId="1076"/>
          <ac:picMkLst>
            <pc:docMk/>
            <pc:sldMk cId="1572706976" sldId="491"/>
            <ac:picMk id="15" creationId="{5F0D339D-A4A3-9BB5-E0E4-D1BAAAB583AD}"/>
          </ac:picMkLst>
        </pc:picChg>
        <pc:picChg chg="add mod">
          <ac:chgData name="Guillaume Saint-Pierre" userId="ab4a63aca6b51c61" providerId="LiveId" clId="{BE8D0D60-8C36-F34B-A741-E0CA1BE99B02}" dt="2025-05-30T08:57:45.723" v="3505" actId="1076"/>
          <ac:picMkLst>
            <pc:docMk/>
            <pc:sldMk cId="1572706976" sldId="491"/>
            <ac:picMk id="17" creationId="{55DC861F-8198-4906-63AD-593B6FDAF1D8}"/>
          </ac:picMkLst>
        </pc:picChg>
        <pc:picChg chg="del">
          <ac:chgData name="Guillaume Saint-Pierre" userId="ab4a63aca6b51c61" providerId="LiveId" clId="{BE8D0D60-8C36-F34B-A741-E0CA1BE99B02}" dt="2025-05-30T08:56:47.928" v="3482" actId="478"/>
          <ac:picMkLst>
            <pc:docMk/>
            <pc:sldMk cId="1572706976" sldId="491"/>
            <ac:picMk id="3076" creationId="{06B45A4E-0728-F2CD-A385-95E14074B0F5}"/>
          </ac:picMkLst>
        </pc:picChg>
      </pc:sldChg>
      <pc:sldChg chg="addSp delSp modSp new mod">
        <pc:chgData name="Guillaume Saint-Pierre" userId="ab4a63aca6b51c61" providerId="LiveId" clId="{BE8D0D60-8C36-F34B-A741-E0CA1BE99B02}" dt="2025-05-31T11:44:42.588" v="6297" actId="20577"/>
        <pc:sldMkLst>
          <pc:docMk/>
          <pc:sldMk cId="3814373478" sldId="492"/>
        </pc:sldMkLst>
        <pc:spChg chg="del">
          <ac:chgData name="Guillaume Saint-Pierre" userId="ab4a63aca6b51c61" providerId="LiveId" clId="{BE8D0D60-8C36-F34B-A741-E0CA1BE99B02}" dt="2025-05-30T10:06:59.173" v="3689"/>
          <ac:spMkLst>
            <pc:docMk/>
            <pc:sldMk cId="3814373478" sldId="492"/>
            <ac:spMk id="2" creationId="{CDD681F0-CC02-D90E-767C-90C570133E12}"/>
          </ac:spMkLst>
        </pc:spChg>
        <pc:spChg chg="del mod">
          <ac:chgData name="Guillaume Saint-Pierre" userId="ab4a63aca6b51c61" providerId="LiveId" clId="{BE8D0D60-8C36-F34B-A741-E0CA1BE99B02}" dt="2025-05-30T10:07:17.974" v="3699" actId="478"/>
          <ac:spMkLst>
            <pc:docMk/>
            <pc:sldMk cId="3814373478" sldId="492"/>
            <ac:spMk id="3" creationId="{EB21FA32-218B-964C-C8EB-DA95F9EBC81F}"/>
          </ac:spMkLst>
        </pc:spChg>
        <pc:spChg chg="add mod">
          <ac:chgData name="Guillaume Saint-Pierre" userId="ab4a63aca6b51c61" providerId="LiveId" clId="{BE8D0D60-8C36-F34B-A741-E0CA1BE99B02}" dt="2025-05-31T09:09:51.962" v="5826" actId="1076"/>
          <ac:spMkLst>
            <pc:docMk/>
            <pc:sldMk cId="3814373478" sldId="492"/>
            <ac:spMk id="13" creationId="{E055D779-1430-4E7F-53DA-5E25DFE9404B}"/>
          </ac:spMkLst>
        </pc:spChg>
        <pc:spChg chg="add del mod">
          <ac:chgData name="Guillaume Saint-Pierre" userId="ab4a63aca6b51c61" providerId="LiveId" clId="{BE8D0D60-8C36-F34B-A741-E0CA1BE99B02}" dt="2025-05-30T10:10:32.066" v="3740" actId="11529"/>
          <ac:spMkLst>
            <pc:docMk/>
            <pc:sldMk cId="3814373478" sldId="492"/>
            <ac:spMk id="14" creationId="{794BE082-545A-30B4-B72B-23B7907FA3C2}"/>
          </ac:spMkLst>
        </pc:spChg>
        <pc:spChg chg="add mod">
          <ac:chgData name="Guillaume Saint-Pierre" userId="ab4a63aca6b51c61" providerId="LiveId" clId="{BE8D0D60-8C36-F34B-A741-E0CA1BE99B02}" dt="2025-05-30T10:11:01.221" v="3745" actId="1076"/>
          <ac:spMkLst>
            <pc:docMk/>
            <pc:sldMk cId="3814373478" sldId="492"/>
            <ac:spMk id="15" creationId="{AF9E690A-9AD7-1EE3-887F-A15045B6A3D4}"/>
          </ac:spMkLst>
        </pc:spChg>
        <pc:spChg chg="add mod">
          <ac:chgData name="Guillaume Saint-Pierre" userId="ab4a63aca6b51c61" providerId="LiveId" clId="{BE8D0D60-8C36-F34B-A741-E0CA1BE99B02}" dt="2025-05-30T10:11:19.586" v="3747" actId="1076"/>
          <ac:spMkLst>
            <pc:docMk/>
            <pc:sldMk cId="3814373478" sldId="492"/>
            <ac:spMk id="16" creationId="{5CC82154-4432-FEDF-4E6B-8F3ABF4B95AB}"/>
          </ac:spMkLst>
        </pc:spChg>
        <pc:spChg chg="add">
          <ac:chgData name="Guillaume Saint-Pierre" userId="ab4a63aca6b51c61" providerId="LiveId" clId="{BE8D0D60-8C36-F34B-A741-E0CA1BE99B02}" dt="2025-05-30T10:11:27.751" v="3748" actId="22"/>
          <ac:spMkLst>
            <pc:docMk/>
            <pc:sldMk cId="3814373478" sldId="492"/>
            <ac:spMk id="18" creationId="{C8FC35FE-1059-3A42-25BA-2773653140FB}"/>
          </ac:spMkLst>
        </pc:spChg>
        <pc:spChg chg="add mod">
          <ac:chgData name="Guillaume Saint-Pierre" userId="ab4a63aca6b51c61" providerId="LiveId" clId="{BE8D0D60-8C36-F34B-A741-E0CA1BE99B02}" dt="2025-05-30T10:11:47.845" v="3756" actId="1076"/>
          <ac:spMkLst>
            <pc:docMk/>
            <pc:sldMk cId="3814373478" sldId="492"/>
            <ac:spMk id="20" creationId="{A6B612E8-DC3A-7080-EEE1-88F369A3EFF7}"/>
          </ac:spMkLst>
        </pc:spChg>
        <pc:spChg chg="add mod">
          <ac:chgData name="Guillaume Saint-Pierre" userId="ab4a63aca6b51c61" providerId="LiveId" clId="{BE8D0D60-8C36-F34B-A741-E0CA1BE99B02}" dt="2025-05-31T11:44:42.588" v="6297" actId="20577"/>
          <ac:spMkLst>
            <pc:docMk/>
            <pc:sldMk cId="3814373478" sldId="492"/>
            <ac:spMk id="21" creationId="{4E51AAF2-9631-B74A-CF29-D1E9EB15EC38}"/>
          </ac:spMkLst>
        </pc:spChg>
        <pc:picChg chg="add mod">
          <ac:chgData name="Guillaume Saint-Pierre" userId="ab4a63aca6b51c61" providerId="LiveId" clId="{BE8D0D60-8C36-F34B-A741-E0CA1BE99B02}" dt="2025-05-30T10:08:14.581" v="3723" actId="1076"/>
          <ac:picMkLst>
            <pc:docMk/>
            <pc:sldMk cId="3814373478" sldId="492"/>
            <ac:picMk id="8" creationId="{55AC86BE-42D0-EFD6-B7E8-E6AB5FC41CF6}"/>
          </ac:picMkLst>
        </pc:picChg>
        <pc:picChg chg="add mod">
          <ac:chgData name="Guillaume Saint-Pierre" userId="ab4a63aca6b51c61" providerId="LiveId" clId="{BE8D0D60-8C36-F34B-A741-E0CA1BE99B02}" dt="2025-05-30T10:08:17.603" v="3724" actId="14100"/>
          <ac:picMkLst>
            <pc:docMk/>
            <pc:sldMk cId="3814373478" sldId="492"/>
            <ac:picMk id="10" creationId="{CC0B625D-035F-D440-1380-502C8A26B2C1}"/>
          </ac:picMkLst>
        </pc:picChg>
        <pc:picChg chg="add mod">
          <ac:chgData name="Guillaume Saint-Pierre" userId="ab4a63aca6b51c61" providerId="LiveId" clId="{BE8D0D60-8C36-F34B-A741-E0CA1BE99B02}" dt="2025-05-30T10:11:30.366" v="3750" actId="1076"/>
          <ac:picMkLst>
            <pc:docMk/>
            <pc:sldMk cId="3814373478" sldId="492"/>
            <ac:picMk id="12" creationId="{5C9F0CE7-796D-E1F2-DC3B-37E7533497CA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1:19.587" v="6413"/>
        <pc:sldMkLst>
          <pc:docMk/>
          <pc:sldMk cId="1797410576" sldId="493"/>
        </pc:sldMkLst>
        <pc:spChg chg="del">
          <ac:chgData name="Guillaume Saint-Pierre" userId="ab4a63aca6b51c61" providerId="LiveId" clId="{BE8D0D60-8C36-F34B-A741-E0CA1BE99B02}" dt="2025-05-30T11:55:56.001" v="3993" actId="478"/>
          <ac:spMkLst>
            <pc:docMk/>
            <pc:sldMk cId="1797410576" sldId="493"/>
            <ac:spMk id="2" creationId="{EE822C12-7290-8274-589A-9C31B13E2875}"/>
          </ac:spMkLst>
        </pc:spChg>
        <pc:spChg chg="mod">
          <ac:chgData name="Guillaume Saint-Pierre" userId="ab4a63aca6b51c61" providerId="LiveId" clId="{BE8D0D60-8C36-F34B-A741-E0CA1BE99B02}" dt="2025-05-31T11:49:58.008" v="6389" actId="20577"/>
          <ac:spMkLst>
            <pc:docMk/>
            <pc:sldMk cId="1797410576" sldId="493"/>
            <ac:spMk id="3" creationId="{AD4123A6-1C04-3CBF-E4E0-277FF5939337}"/>
          </ac:spMkLst>
        </pc:spChg>
        <pc:spChg chg="add del mod">
          <ac:chgData name="Guillaume Saint-Pierre" userId="ab4a63aca6b51c61" providerId="LiveId" clId="{BE8D0D60-8C36-F34B-A741-E0CA1BE99B02}" dt="2025-05-30T12:01:24.170" v="4165" actId="478"/>
          <ac:spMkLst>
            <pc:docMk/>
            <pc:sldMk cId="1797410576" sldId="493"/>
            <ac:spMk id="4" creationId="{884F6596-0AFF-67D0-7EFF-A98EFCE3FCD8}"/>
          </ac:spMkLst>
        </pc:spChg>
        <pc:spChg chg="add mod">
          <ac:chgData name="Guillaume Saint-Pierre" userId="ab4a63aca6b51c61" providerId="LiveId" clId="{BE8D0D60-8C36-F34B-A741-E0CA1BE99B02}" dt="2025-05-31T11:50:00.085" v="6391" actId="20577"/>
          <ac:spMkLst>
            <pc:docMk/>
            <pc:sldMk cId="1797410576" sldId="493"/>
            <ac:spMk id="5" creationId="{42E17ACF-AD47-5D41-CE4F-49090E8FB677}"/>
          </ac:spMkLst>
        </pc:spChg>
        <pc:spChg chg="add mod">
          <ac:chgData name="Guillaume Saint-Pierre" userId="ab4a63aca6b51c61" providerId="LiveId" clId="{BE8D0D60-8C36-F34B-A741-E0CA1BE99B02}" dt="2025-05-31T08:54:29.549" v="5519" actId="1076"/>
          <ac:spMkLst>
            <pc:docMk/>
            <pc:sldMk cId="1797410576" sldId="493"/>
            <ac:spMk id="11" creationId="{5750FFF1-D837-7B58-6B57-B4A8E88B25E0}"/>
          </ac:spMkLst>
        </pc:spChg>
        <pc:spChg chg="add mod">
          <ac:chgData name="Guillaume Saint-Pierre" userId="ab4a63aca6b51c61" providerId="LiveId" clId="{BE8D0D60-8C36-F34B-A741-E0CA1BE99B02}" dt="2025-05-31T11:51:19.587" v="6413"/>
          <ac:spMkLst>
            <pc:docMk/>
            <pc:sldMk cId="1797410576" sldId="493"/>
            <ac:spMk id="12" creationId="{5C6AEC1C-6BC4-D048-4D54-8270A6F45DB9}"/>
          </ac:spMkLst>
        </pc:spChg>
        <pc:picChg chg="del">
          <ac:chgData name="Guillaume Saint-Pierre" userId="ab4a63aca6b51c61" providerId="LiveId" clId="{BE8D0D60-8C36-F34B-A741-E0CA1BE99B02}" dt="2025-05-30T11:56:40.214" v="3997" actId="478"/>
          <ac:picMkLst>
            <pc:docMk/>
            <pc:sldMk cId="1797410576" sldId="493"/>
            <ac:picMk id="10" creationId="{0DC1E5A7-908D-9975-9979-F7B5E352652F}"/>
          </ac:picMkLst>
        </pc:picChg>
        <pc:picChg chg="add mod">
          <ac:chgData name="Guillaume Saint-Pierre" userId="ab4a63aca6b51c61" providerId="LiveId" clId="{BE8D0D60-8C36-F34B-A741-E0CA1BE99B02}" dt="2025-05-30T12:01:22.611" v="4164" actId="14100"/>
          <ac:picMkLst>
            <pc:docMk/>
            <pc:sldMk cId="1797410576" sldId="493"/>
            <ac:picMk id="8194" creationId="{E4C9F2CF-5678-AEA9-8F4B-DBC44F927C7A}"/>
          </ac:picMkLst>
        </pc:picChg>
        <pc:picChg chg="del">
          <ac:chgData name="Guillaume Saint-Pierre" userId="ab4a63aca6b51c61" providerId="LiveId" clId="{BE8D0D60-8C36-F34B-A741-E0CA1BE99B02}" dt="2025-05-30T11:55:54.387" v="3992" actId="478"/>
          <ac:picMkLst>
            <pc:docMk/>
            <pc:sldMk cId="1797410576" sldId="493"/>
            <ac:picMk id="22532" creationId="{17F243BD-8C68-67DA-572F-6F4FF22842FA}"/>
          </ac:picMkLst>
        </pc:picChg>
        <pc:picChg chg="del">
          <ac:chgData name="Guillaume Saint-Pierre" userId="ab4a63aca6b51c61" providerId="LiveId" clId="{BE8D0D60-8C36-F34B-A741-E0CA1BE99B02}" dt="2025-05-30T11:55:52.172" v="3990" actId="478"/>
          <ac:picMkLst>
            <pc:docMk/>
            <pc:sldMk cId="1797410576" sldId="493"/>
            <ac:picMk id="22534" creationId="{5A5244EE-4002-D146-00CC-C5160D13D8DA}"/>
          </ac:picMkLst>
        </pc:picChg>
        <pc:picChg chg="del">
          <ac:chgData name="Guillaume Saint-Pierre" userId="ab4a63aca6b51c61" providerId="LiveId" clId="{BE8D0D60-8C36-F34B-A741-E0CA1BE99B02}" dt="2025-05-30T11:55:53.087" v="3991" actId="478"/>
          <ac:picMkLst>
            <pc:docMk/>
            <pc:sldMk cId="1797410576" sldId="493"/>
            <ac:picMk id="22536" creationId="{1B63EF0E-C878-C041-2E74-30BB7E434BB3}"/>
          </ac:picMkLst>
        </pc:picChg>
      </pc:sldChg>
      <pc:sldChg chg="delSp modSp add del mod">
        <pc:chgData name="Guillaume Saint-Pierre" userId="ab4a63aca6b51c61" providerId="LiveId" clId="{BE8D0D60-8C36-F34B-A741-E0CA1BE99B02}" dt="2025-05-30T11:50:37.390" v="3960" actId="2696"/>
        <pc:sldMkLst>
          <pc:docMk/>
          <pc:sldMk cId="1935826119" sldId="493"/>
        </pc:sldMkLst>
        <pc:spChg chg="mod">
          <ac:chgData name="Guillaume Saint-Pierre" userId="ab4a63aca6b51c61" providerId="LiveId" clId="{BE8D0D60-8C36-F34B-A741-E0CA1BE99B02}" dt="2025-05-30T11:48:04.710" v="3957" actId="20577"/>
          <ac:spMkLst>
            <pc:docMk/>
            <pc:sldMk cId="1935826119" sldId="493"/>
            <ac:spMk id="16" creationId="{08396387-C901-B18E-F88C-60FD8F4EE1DA}"/>
          </ac:spMkLst>
        </pc:spChg>
        <pc:picChg chg="del">
          <ac:chgData name="Guillaume Saint-Pierre" userId="ab4a63aca6b51c61" providerId="LiveId" clId="{BE8D0D60-8C36-F34B-A741-E0CA1BE99B02}" dt="2025-05-30T11:47:17.077" v="3943" actId="478"/>
          <ac:picMkLst>
            <pc:docMk/>
            <pc:sldMk cId="1935826119" sldId="493"/>
            <ac:picMk id="13" creationId="{191A7D64-496D-7619-4C4A-D8B6ED88C0B6}"/>
          </ac:picMkLst>
        </pc:picChg>
        <pc:picChg chg="del mod">
          <ac:chgData name="Guillaume Saint-Pierre" userId="ab4a63aca6b51c61" providerId="LiveId" clId="{BE8D0D60-8C36-F34B-A741-E0CA1BE99B02}" dt="2025-05-30T11:50:31.895" v="3959" actId="478"/>
          <ac:picMkLst>
            <pc:docMk/>
            <pc:sldMk cId="1935826119" sldId="493"/>
            <ac:picMk id="18" creationId="{558847CC-CF40-8CDF-9080-46D0404C903E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1:17.308" v="6412"/>
        <pc:sldMkLst>
          <pc:docMk/>
          <pc:sldMk cId="249443256" sldId="494"/>
        </pc:sldMkLst>
        <pc:spChg chg="mod">
          <ac:chgData name="Guillaume Saint-Pierre" userId="ab4a63aca6b51c61" providerId="LiveId" clId="{BE8D0D60-8C36-F34B-A741-E0CA1BE99B02}" dt="2025-05-31T11:49:54.767" v="6387" actId="20577"/>
          <ac:spMkLst>
            <pc:docMk/>
            <pc:sldMk cId="249443256" sldId="494"/>
            <ac:spMk id="2" creationId="{781C1A02-A16A-538A-EE0E-413537237CD0}"/>
          </ac:spMkLst>
        </pc:spChg>
        <pc:spChg chg="add mod">
          <ac:chgData name="Guillaume Saint-Pierre" userId="ab4a63aca6b51c61" providerId="LiveId" clId="{BE8D0D60-8C36-F34B-A741-E0CA1BE99B02}" dt="2025-05-30T12:05:31.428" v="4211" actId="1076"/>
          <ac:spMkLst>
            <pc:docMk/>
            <pc:sldMk cId="249443256" sldId="494"/>
            <ac:spMk id="5" creationId="{3E358B72-FC3B-C0BC-2A6C-B5E2F75A2F0C}"/>
          </ac:spMkLst>
        </pc:spChg>
        <pc:spChg chg="add mod">
          <ac:chgData name="Guillaume Saint-Pierre" userId="ab4a63aca6b51c61" providerId="LiveId" clId="{BE8D0D60-8C36-F34B-A741-E0CA1BE99B02}" dt="2025-05-31T08:53:55.460" v="5506" actId="1076"/>
          <ac:spMkLst>
            <pc:docMk/>
            <pc:sldMk cId="249443256" sldId="494"/>
            <ac:spMk id="10" creationId="{24FB516F-6E49-5468-15C6-23A9B55CE071}"/>
          </ac:spMkLst>
        </pc:spChg>
        <pc:spChg chg="mod">
          <ac:chgData name="Guillaume Saint-Pierre" userId="ab4a63aca6b51c61" providerId="LiveId" clId="{BE8D0D60-8C36-F34B-A741-E0CA1BE99B02}" dt="2025-05-31T11:49:52.684" v="6385" actId="20577"/>
          <ac:spMkLst>
            <pc:docMk/>
            <pc:sldMk cId="249443256" sldId="494"/>
            <ac:spMk id="11" creationId="{8CD1E600-5135-5FC1-6655-1D643C0F7C62}"/>
          </ac:spMkLst>
        </pc:spChg>
        <pc:spChg chg="add mod">
          <ac:chgData name="Guillaume Saint-Pierre" userId="ab4a63aca6b51c61" providerId="LiveId" clId="{BE8D0D60-8C36-F34B-A741-E0CA1BE99B02}" dt="2025-05-31T11:51:17.308" v="6412"/>
          <ac:spMkLst>
            <pc:docMk/>
            <pc:sldMk cId="249443256" sldId="494"/>
            <ac:spMk id="12" creationId="{16DBEBFD-2023-8E0E-3232-FCA63B5D95A9}"/>
          </ac:spMkLst>
        </pc:spChg>
        <pc:picChg chg="add mod">
          <ac:chgData name="Guillaume Saint-Pierre" userId="ab4a63aca6b51c61" providerId="LiveId" clId="{BE8D0D60-8C36-F34B-A741-E0CA1BE99B02}" dt="2025-05-30T12:05:14.847" v="4206" actId="1076"/>
          <ac:picMkLst>
            <pc:docMk/>
            <pc:sldMk cId="249443256" sldId="494"/>
            <ac:picMk id="4" creationId="{92F08F05-BA18-137E-AAEF-B453B66C2A4E}"/>
          </ac:picMkLst>
        </pc:picChg>
        <pc:picChg chg="add mod">
          <ac:chgData name="Guillaume Saint-Pierre" userId="ab4a63aca6b51c61" providerId="LiveId" clId="{BE8D0D60-8C36-F34B-A741-E0CA1BE99B02}" dt="2025-05-31T08:53:41.454" v="5494" actId="14100"/>
          <ac:picMkLst>
            <pc:docMk/>
            <pc:sldMk cId="249443256" sldId="494"/>
            <ac:picMk id="9218" creationId="{6653B977-9A64-3740-4866-24F53816A473}"/>
          </ac:picMkLst>
        </pc:picChg>
        <pc:picChg chg="del">
          <ac:chgData name="Guillaume Saint-Pierre" userId="ab4a63aca6b51c61" providerId="LiveId" clId="{BE8D0D60-8C36-F34B-A741-E0CA1BE99B02}" dt="2025-05-30T12:00:39.626" v="4119" actId="478"/>
          <ac:picMkLst>
            <pc:docMk/>
            <pc:sldMk cId="249443256" sldId="494"/>
            <ac:picMk id="26626" creationId="{B54F4A26-3958-BC10-4C92-491D07599F4A}"/>
          </ac:picMkLst>
        </pc:picChg>
        <pc:picChg chg="del">
          <ac:chgData name="Guillaume Saint-Pierre" userId="ab4a63aca6b51c61" providerId="LiveId" clId="{BE8D0D60-8C36-F34B-A741-E0CA1BE99B02}" dt="2025-05-30T12:00:40.534" v="4120" actId="478"/>
          <ac:picMkLst>
            <pc:docMk/>
            <pc:sldMk cId="249443256" sldId="494"/>
            <ac:picMk id="26628" creationId="{6EB71746-6561-9D25-CE97-5DB2BFACC12D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2:00.160" v="6419" actId="20577"/>
        <pc:sldMkLst>
          <pc:docMk/>
          <pc:sldMk cId="215832586" sldId="495"/>
        </pc:sldMkLst>
        <pc:spChg chg="add mod">
          <ac:chgData name="Guillaume Saint-Pierre" userId="ab4a63aca6b51c61" providerId="LiveId" clId="{BE8D0D60-8C36-F34B-A741-E0CA1BE99B02}" dt="2025-05-31T11:50:09.824" v="6397" actId="20577"/>
          <ac:spMkLst>
            <pc:docMk/>
            <pc:sldMk cId="215832586" sldId="495"/>
            <ac:spMk id="2" creationId="{B3B49D2D-FF7D-15D8-BDEB-E00FEF6C48C0}"/>
          </ac:spMkLst>
        </pc:spChg>
        <pc:spChg chg="mod">
          <ac:chgData name="Guillaume Saint-Pierre" userId="ab4a63aca6b51c61" providerId="LiveId" clId="{BE8D0D60-8C36-F34B-A741-E0CA1BE99B02}" dt="2025-05-31T11:50:06.387" v="6393" actId="20577"/>
          <ac:spMkLst>
            <pc:docMk/>
            <pc:sldMk cId="215832586" sldId="495"/>
            <ac:spMk id="3" creationId="{0C815587-13CA-4C54-F7C1-330AB3A3B6EE}"/>
          </ac:spMkLst>
        </pc:spChg>
        <pc:spChg chg="add mod">
          <ac:chgData name="Guillaume Saint-Pierre" userId="ab4a63aca6b51c61" providerId="LiveId" clId="{BE8D0D60-8C36-F34B-A741-E0CA1BE99B02}" dt="2025-05-30T12:07:52.373" v="4280" actId="14100"/>
          <ac:spMkLst>
            <pc:docMk/>
            <pc:sldMk cId="215832586" sldId="495"/>
            <ac:spMk id="7" creationId="{B210A88C-8B96-A7CA-917F-C9F98DA5347C}"/>
          </ac:spMkLst>
        </pc:spChg>
        <pc:spChg chg="add del mod">
          <ac:chgData name="Guillaume Saint-Pierre" userId="ab4a63aca6b51c61" providerId="LiveId" clId="{BE8D0D60-8C36-F34B-A741-E0CA1BE99B02}" dt="2025-05-31T08:55:17.496" v="5541" actId="1076"/>
          <ac:spMkLst>
            <pc:docMk/>
            <pc:sldMk cId="215832586" sldId="495"/>
            <ac:spMk id="11" creationId="{EE86440A-9E13-328C-BF97-8DA5363B8ECE}"/>
          </ac:spMkLst>
        </pc:spChg>
        <pc:spChg chg="add mod">
          <ac:chgData name="Guillaume Saint-Pierre" userId="ab4a63aca6b51c61" providerId="LiveId" clId="{BE8D0D60-8C36-F34B-A741-E0CA1BE99B02}" dt="2025-05-31T11:52:00.160" v="6419" actId="20577"/>
          <ac:spMkLst>
            <pc:docMk/>
            <pc:sldMk cId="215832586" sldId="495"/>
            <ac:spMk id="12" creationId="{09BDFD52-E101-7EC7-C66A-D88ECD5FDBB4}"/>
          </ac:spMkLst>
        </pc:spChg>
        <pc:picChg chg="add mod">
          <ac:chgData name="Guillaume Saint-Pierre" userId="ab4a63aca6b51c61" providerId="LiveId" clId="{BE8D0D60-8C36-F34B-A741-E0CA1BE99B02}" dt="2025-05-30T12:07:34.679" v="4274" actId="1076"/>
          <ac:picMkLst>
            <pc:docMk/>
            <pc:sldMk cId="215832586" sldId="495"/>
            <ac:picMk id="5" creationId="{D7DF90E9-A077-61FA-F5A4-74FF13BCCBB5}"/>
          </ac:picMkLst>
        </pc:picChg>
        <pc:picChg chg="del">
          <ac:chgData name="Guillaume Saint-Pierre" userId="ab4a63aca6b51c61" providerId="LiveId" clId="{BE8D0D60-8C36-F34B-A741-E0CA1BE99B02}" dt="2025-05-30T12:02:16.637" v="4168" actId="478"/>
          <ac:picMkLst>
            <pc:docMk/>
            <pc:sldMk cId="215832586" sldId="495"/>
            <ac:picMk id="8194" creationId="{5243CCA1-A6AD-1D3A-8DA4-153230770580}"/>
          </ac:picMkLst>
        </pc:picChg>
        <pc:picChg chg="add mod">
          <ac:chgData name="Guillaume Saint-Pierre" userId="ab4a63aca6b51c61" providerId="LiveId" clId="{BE8D0D60-8C36-F34B-A741-E0CA1BE99B02}" dt="2025-05-31T08:55:11.310" v="5540" actId="1076"/>
          <ac:picMkLst>
            <pc:docMk/>
            <pc:sldMk cId="215832586" sldId="495"/>
            <ac:picMk id="11266" creationId="{D0C8A7A5-8EBA-6F44-D7DE-7BD9FFED3BC5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5:28.754" v="6481" actId="20577"/>
        <pc:sldMkLst>
          <pc:docMk/>
          <pc:sldMk cId="1883732098" sldId="496"/>
        </pc:sldMkLst>
        <pc:spChg chg="del">
          <ac:chgData name="Guillaume Saint-Pierre" userId="ab4a63aca6b51c61" providerId="LiveId" clId="{BE8D0D60-8C36-F34B-A741-E0CA1BE99B02}" dt="2025-05-30T12:16:24.582" v="4367" actId="478"/>
          <ac:spMkLst>
            <pc:docMk/>
            <pc:sldMk cId="1883732098" sldId="496"/>
            <ac:spMk id="2" creationId="{15E08329-CE35-4598-C0B9-442EA0BBB7D6}"/>
          </ac:spMkLst>
        </pc:spChg>
        <pc:spChg chg="mod">
          <ac:chgData name="Guillaume Saint-Pierre" userId="ab4a63aca6b51c61" providerId="LiveId" clId="{BE8D0D60-8C36-F34B-A741-E0CA1BE99B02}" dt="2025-05-31T11:55:06.149" v="6476" actId="20577"/>
          <ac:spMkLst>
            <pc:docMk/>
            <pc:sldMk cId="1883732098" sldId="496"/>
            <ac:spMk id="3" creationId="{1ADA3580-B12C-7C77-5F09-804C277BE4E1}"/>
          </ac:spMkLst>
        </pc:spChg>
        <pc:spChg chg="del">
          <ac:chgData name="Guillaume Saint-Pierre" userId="ab4a63aca6b51c61" providerId="LiveId" clId="{BE8D0D60-8C36-F34B-A741-E0CA1BE99B02}" dt="2025-05-30T12:16:23.192" v="4366" actId="478"/>
          <ac:spMkLst>
            <pc:docMk/>
            <pc:sldMk cId="1883732098" sldId="496"/>
            <ac:spMk id="10" creationId="{4A45D26C-3231-3C03-5C81-E57082249EC7}"/>
          </ac:spMkLst>
        </pc:spChg>
        <pc:spChg chg="add mod">
          <ac:chgData name="Guillaume Saint-Pierre" userId="ab4a63aca6b51c61" providerId="LiveId" clId="{BE8D0D60-8C36-F34B-A741-E0CA1BE99B02}" dt="2025-05-30T12:28:14.347" v="4432" actId="1076"/>
          <ac:spMkLst>
            <pc:docMk/>
            <pc:sldMk cId="1883732098" sldId="496"/>
            <ac:spMk id="17" creationId="{CD1913F5-4722-B8F6-F6FE-5D7FABD2CFB8}"/>
          </ac:spMkLst>
        </pc:spChg>
        <pc:spChg chg="add mod">
          <ac:chgData name="Guillaume Saint-Pierre" userId="ab4a63aca6b51c61" providerId="LiveId" clId="{BE8D0D60-8C36-F34B-A741-E0CA1BE99B02}" dt="2025-05-30T12:28:11.308" v="4431" actId="1076"/>
          <ac:spMkLst>
            <pc:docMk/>
            <pc:sldMk cId="1883732098" sldId="496"/>
            <ac:spMk id="18" creationId="{A487FBF1-A195-1F81-E263-5ACEE2BCCDB4}"/>
          </ac:spMkLst>
        </pc:spChg>
        <pc:spChg chg="add mod">
          <ac:chgData name="Guillaume Saint-Pierre" userId="ab4a63aca6b51c61" providerId="LiveId" clId="{BE8D0D60-8C36-F34B-A741-E0CA1BE99B02}" dt="2025-05-30T12:27:16.353" v="4415"/>
          <ac:spMkLst>
            <pc:docMk/>
            <pc:sldMk cId="1883732098" sldId="496"/>
            <ac:spMk id="23" creationId="{43881BBD-4AAC-8E49-4488-6ACDA6A2F162}"/>
          </ac:spMkLst>
        </pc:spChg>
        <pc:spChg chg="add mod">
          <ac:chgData name="Guillaume Saint-Pierre" userId="ab4a63aca6b51c61" providerId="LiveId" clId="{BE8D0D60-8C36-F34B-A741-E0CA1BE99B02}" dt="2025-05-30T12:28:29.151" v="4438" actId="1076"/>
          <ac:spMkLst>
            <pc:docMk/>
            <pc:sldMk cId="1883732098" sldId="496"/>
            <ac:spMk id="24" creationId="{08DD0814-30C6-8EA3-4E12-6CC7E02B373D}"/>
          </ac:spMkLst>
        </pc:spChg>
        <pc:spChg chg="add mod">
          <ac:chgData name="Guillaume Saint-Pierre" userId="ab4a63aca6b51c61" providerId="LiveId" clId="{BE8D0D60-8C36-F34B-A741-E0CA1BE99B02}" dt="2025-05-30T12:28:25.518" v="4437" actId="1076"/>
          <ac:spMkLst>
            <pc:docMk/>
            <pc:sldMk cId="1883732098" sldId="496"/>
            <ac:spMk id="25" creationId="{EC0D7C6C-6048-F05C-EEA5-AC420F9AE989}"/>
          </ac:spMkLst>
        </pc:spChg>
        <pc:spChg chg="add mod">
          <ac:chgData name="Guillaume Saint-Pierre" userId="ab4a63aca6b51c61" providerId="LiveId" clId="{BE8D0D60-8C36-F34B-A741-E0CA1BE99B02}" dt="2025-05-30T12:29:05.417" v="4448" actId="1076"/>
          <ac:spMkLst>
            <pc:docMk/>
            <pc:sldMk cId="1883732098" sldId="496"/>
            <ac:spMk id="31" creationId="{420FF78D-0B7C-7BE3-C699-593E91CB9D2B}"/>
          </ac:spMkLst>
        </pc:spChg>
        <pc:spChg chg="add mod">
          <ac:chgData name="Guillaume Saint-Pierre" userId="ab4a63aca6b51c61" providerId="LiveId" clId="{BE8D0D60-8C36-F34B-A741-E0CA1BE99B02}" dt="2025-05-30T12:29:15.298" v="4452" actId="20577"/>
          <ac:spMkLst>
            <pc:docMk/>
            <pc:sldMk cId="1883732098" sldId="496"/>
            <ac:spMk id="32" creationId="{95489770-9EE7-3109-262C-6A6114AC8CDD}"/>
          </ac:spMkLst>
        </pc:spChg>
        <pc:spChg chg="add mod">
          <ac:chgData name="Guillaume Saint-Pierre" userId="ab4a63aca6b51c61" providerId="LiveId" clId="{BE8D0D60-8C36-F34B-A741-E0CA1BE99B02}" dt="2025-05-31T08:59:29.348" v="5663" actId="1076"/>
          <ac:spMkLst>
            <pc:docMk/>
            <pc:sldMk cId="1883732098" sldId="496"/>
            <ac:spMk id="34" creationId="{3737699B-D97C-8575-42D0-16D022D2F5E7}"/>
          </ac:spMkLst>
        </pc:spChg>
        <pc:spChg chg="add mod">
          <ac:chgData name="Guillaume Saint-Pierre" userId="ab4a63aca6b51c61" providerId="LiveId" clId="{BE8D0D60-8C36-F34B-A741-E0CA1BE99B02}" dt="2025-05-31T11:55:28.754" v="6481" actId="20577"/>
          <ac:spMkLst>
            <pc:docMk/>
            <pc:sldMk cId="1883732098" sldId="496"/>
            <ac:spMk id="35" creationId="{1A24BAB5-2D18-4E15-2D50-0F403957C229}"/>
          </ac:spMkLst>
        </pc:spChg>
        <pc:picChg chg="del">
          <ac:chgData name="Guillaume Saint-Pierre" userId="ab4a63aca6b51c61" providerId="LiveId" clId="{BE8D0D60-8C36-F34B-A741-E0CA1BE99B02}" dt="2025-05-30T12:16:25.459" v="4368" actId="478"/>
          <ac:picMkLst>
            <pc:docMk/>
            <pc:sldMk cId="1883732098" sldId="496"/>
            <ac:picMk id="5" creationId="{CFD8911C-A698-9DDF-08AD-D1DDF795D6B6}"/>
          </ac:picMkLst>
        </pc:picChg>
        <pc:picChg chg="add mod">
          <ac:chgData name="Guillaume Saint-Pierre" userId="ab4a63aca6b51c61" providerId="LiveId" clId="{BE8D0D60-8C36-F34B-A741-E0CA1BE99B02}" dt="2025-05-30T12:28:06.229" v="4430" actId="1076"/>
          <ac:picMkLst>
            <pc:docMk/>
            <pc:sldMk cId="1883732098" sldId="496"/>
            <ac:picMk id="13" creationId="{1CC0DB99-7A0B-E51F-B3F2-10F01091F372}"/>
          </ac:picMkLst>
        </pc:picChg>
        <pc:picChg chg="del">
          <ac:chgData name="Guillaume Saint-Pierre" userId="ab4a63aca6b51c61" providerId="LiveId" clId="{BE8D0D60-8C36-F34B-A741-E0CA1BE99B02}" dt="2025-05-30T12:16:22.134" v="4365" actId="478"/>
          <ac:picMkLst>
            <pc:docMk/>
            <pc:sldMk cId="1883732098" sldId="496"/>
            <ac:picMk id="14" creationId="{40242936-8798-90BD-9EFE-55EC70F49C76}"/>
          </ac:picMkLst>
        </pc:picChg>
        <pc:picChg chg="add mod">
          <ac:chgData name="Guillaume Saint-Pierre" userId="ab4a63aca6b51c61" providerId="LiveId" clId="{BE8D0D60-8C36-F34B-A741-E0CA1BE99B02}" dt="2025-05-30T12:28:02.240" v="4429" actId="1076"/>
          <ac:picMkLst>
            <pc:docMk/>
            <pc:sldMk cId="1883732098" sldId="496"/>
            <ac:picMk id="16" creationId="{7C8979EE-29AB-8943-5DC0-E668ED130CD8}"/>
          </ac:picMkLst>
        </pc:picChg>
        <pc:picChg chg="add mod">
          <ac:chgData name="Guillaume Saint-Pierre" userId="ab4a63aca6b51c61" providerId="LiveId" clId="{BE8D0D60-8C36-F34B-A741-E0CA1BE99B02}" dt="2025-05-30T12:28:22.553" v="4436" actId="1076"/>
          <ac:picMkLst>
            <pc:docMk/>
            <pc:sldMk cId="1883732098" sldId="496"/>
            <ac:picMk id="20" creationId="{AA53DF26-1ABC-4D02-B910-63D646729AFF}"/>
          </ac:picMkLst>
        </pc:picChg>
        <pc:picChg chg="add mod">
          <ac:chgData name="Guillaume Saint-Pierre" userId="ab4a63aca6b51c61" providerId="LiveId" clId="{BE8D0D60-8C36-F34B-A741-E0CA1BE99B02}" dt="2025-05-30T12:28:21.082" v="4435" actId="1076"/>
          <ac:picMkLst>
            <pc:docMk/>
            <pc:sldMk cId="1883732098" sldId="496"/>
            <ac:picMk id="22" creationId="{867B063F-B17A-B67F-20CC-C870F5FCC709}"/>
          </ac:picMkLst>
        </pc:picChg>
        <pc:picChg chg="add mod">
          <ac:chgData name="Guillaume Saint-Pierre" userId="ab4a63aca6b51c61" providerId="LiveId" clId="{BE8D0D60-8C36-F34B-A741-E0CA1BE99B02}" dt="2025-05-30T12:28:53.981" v="4446" actId="1076"/>
          <ac:picMkLst>
            <pc:docMk/>
            <pc:sldMk cId="1883732098" sldId="496"/>
            <ac:picMk id="28" creationId="{41A95FE2-7D9D-8BA4-6920-A7FC8AC38983}"/>
          </ac:picMkLst>
        </pc:picChg>
        <pc:picChg chg="add mod">
          <ac:chgData name="Guillaume Saint-Pierre" userId="ab4a63aca6b51c61" providerId="LiveId" clId="{BE8D0D60-8C36-F34B-A741-E0CA1BE99B02}" dt="2025-05-30T12:28:51.739" v="4445" actId="1076"/>
          <ac:picMkLst>
            <pc:docMk/>
            <pc:sldMk cId="1883732098" sldId="496"/>
            <ac:picMk id="30" creationId="{8FBBCA76-9FD9-42CA-611E-550DACFF6E3F}"/>
          </ac:picMkLst>
        </pc:picChg>
        <pc:picChg chg="add mod">
          <ac:chgData name="Guillaume Saint-Pierre" userId="ab4a63aca6b51c61" providerId="LiveId" clId="{BE8D0D60-8C36-F34B-A741-E0CA1BE99B02}" dt="2025-05-30T12:29:24.345" v="4454" actId="14100"/>
          <ac:picMkLst>
            <pc:docMk/>
            <pc:sldMk cId="1883732098" sldId="496"/>
            <ac:picMk id="13314" creationId="{73C7870D-01A8-72E2-CF37-0EB39ABE070B}"/>
          </ac:picMkLst>
        </pc:picChg>
        <pc:picChg chg="del">
          <ac:chgData name="Guillaume Saint-Pierre" userId="ab4a63aca6b51c61" providerId="LiveId" clId="{BE8D0D60-8C36-F34B-A741-E0CA1BE99B02}" dt="2025-05-30T12:16:26.531" v="4369" actId="478"/>
          <ac:picMkLst>
            <pc:docMk/>
            <pc:sldMk cId="1883732098" sldId="496"/>
            <ac:picMk id="43010" creationId="{B261891C-03E8-599D-86C5-F744DF758641}"/>
          </ac:picMkLst>
        </pc:picChg>
        <pc:picChg chg="del">
          <ac:chgData name="Guillaume Saint-Pierre" userId="ab4a63aca6b51c61" providerId="LiveId" clId="{BE8D0D60-8C36-F34B-A741-E0CA1BE99B02}" dt="2025-05-30T12:15:58.618" v="4359" actId="478"/>
          <ac:picMkLst>
            <pc:docMk/>
            <pc:sldMk cId="1883732098" sldId="496"/>
            <ac:picMk id="43012" creationId="{EA91E3F8-02E1-64AA-33DD-BBA38EE81F01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52:51.530" v="6431" actId="20577"/>
        <pc:sldMkLst>
          <pc:docMk/>
          <pc:sldMk cId="2947126971" sldId="497"/>
        </pc:sldMkLst>
        <pc:spChg chg="mod">
          <ac:chgData name="Guillaume Saint-Pierre" userId="ab4a63aca6b51c61" providerId="LiveId" clId="{BE8D0D60-8C36-F34B-A741-E0CA1BE99B02}" dt="2025-05-31T11:50:34.671" v="6407" actId="20577"/>
          <ac:spMkLst>
            <pc:docMk/>
            <pc:sldMk cId="2947126971" sldId="497"/>
            <ac:spMk id="3" creationId="{387B4D6B-9B39-0F7D-E4D2-10E4DFB79BAF}"/>
          </ac:spMkLst>
        </pc:spChg>
        <pc:spChg chg="del">
          <ac:chgData name="Guillaume Saint-Pierre" userId="ab4a63aca6b51c61" providerId="LiveId" clId="{BE8D0D60-8C36-F34B-A741-E0CA1BE99B02}" dt="2025-05-30T15:11:30.946" v="4603" actId="478"/>
          <ac:spMkLst>
            <pc:docMk/>
            <pc:sldMk cId="2947126971" sldId="497"/>
            <ac:spMk id="5" creationId="{292F0C97-DE4F-A42C-D43A-F1BF5ECABA7B}"/>
          </ac:spMkLst>
        </pc:spChg>
        <pc:spChg chg="add mod">
          <ac:chgData name="Guillaume Saint-Pierre" userId="ab4a63aca6b51c61" providerId="LiveId" clId="{BE8D0D60-8C36-F34B-A741-E0CA1BE99B02}" dt="2025-05-30T15:15:03.145" v="4619" actId="1076"/>
          <ac:spMkLst>
            <pc:docMk/>
            <pc:sldMk cId="2947126971" sldId="497"/>
            <ac:spMk id="7" creationId="{1076AA73-C69A-3A67-91FB-72441F0F520C}"/>
          </ac:spMkLst>
        </pc:spChg>
        <pc:spChg chg="del">
          <ac:chgData name="Guillaume Saint-Pierre" userId="ab4a63aca6b51c61" providerId="LiveId" clId="{BE8D0D60-8C36-F34B-A741-E0CA1BE99B02}" dt="2025-05-30T15:11:22.468" v="4598" actId="478"/>
          <ac:spMkLst>
            <pc:docMk/>
            <pc:sldMk cId="2947126971" sldId="497"/>
            <ac:spMk id="12" creationId="{659711FD-CBE6-4BEE-FDDD-85224469FA3D}"/>
          </ac:spMkLst>
        </pc:spChg>
        <pc:spChg chg="add mod">
          <ac:chgData name="Guillaume Saint-Pierre" userId="ab4a63aca6b51c61" providerId="LiveId" clId="{BE8D0D60-8C36-F34B-A741-E0CA1BE99B02}" dt="2025-05-30T15:16:38.932" v="4636" actId="1076"/>
          <ac:spMkLst>
            <pc:docMk/>
            <pc:sldMk cId="2947126971" sldId="497"/>
            <ac:spMk id="15" creationId="{C18F25C4-F73A-49F0-1AD3-108455CEB184}"/>
          </ac:spMkLst>
        </pc:spChg>
        <pc:spChg chg="del">
          <ac:chgData name="Guillaume Saint-Pierre" userId="ab4a63aca6b51c61" providerId="LiveId" clId="{BE8D0D60-8C36-F34B-A741-E0CA1BE99B02}" dt="2025-05-30T15:11:23.820" v="4599" actId="478"/>
          <ac:spMkLst>
            <pc:docMk/>
            <pc:sldMk cId="2947126971" sldId="497"/>
            <ac:spMk id="16" creationId="{45DA9C68-0A24-82C6-44F0-C435C2D21F4E}"/>
          </ac:spMkLst>
        </pc:spChg>
        <pc:spChg chg="del">
          <ac:chgData name="Guillaume Saint-Pierre" userId="ab4a63aca6b51c61" providerId="LiveId" clId="{BE8D0D60-8C36-F34B-A741-E0CA1BE99B02}" dt="2025-05-30T15:11:25.220" v="4600" actId="478"/>
          <ac:spMkLst>
            <pc:docMk/>
            <pc:sldMk cId="2947126971" sldId="497"/>
            <ac:spMk id="19" creationId="{3FBCC981-7510-415C-7F68-0D0BB17C46B4}"/>
          </ac:spMkLst>
        </pc:spChg>
        <pc:spChg chg="add mod">
          <ac:chgData name="Guillaume Saint-Pierre" userId="ab4a63aca6b51c61" providerId="LiveId" clId="{BE8D0D60-8C36-F34B-A741-E0CA1BE99B02}" dt="2025-05-30T15:18:15.042" v="4659" actId="14100"/>
          <ac:spMkLst>
            <pc:docMk/>
            <pc:sldMk cId="2947126971" sldId="497"/>
            <ac:spMk id="21" creationId="{54DBD8DF-3A27-57E2-786F-A46879E37CA7}"/>
          </ac:spMkLst>
        </pc:spChg>
        <pc:spChg chg="add mod">
          <ac:chgData name="Guillaume Saint-Pierre" userId="ab4a63aca6b51c61" providerId="LiveId" clId="{BE8D0D60-8C36-F34B-A741-E0CA1BE99B02}" dt="2025-05-30T15:17:52.900" v="4654" actId="14100"/>
          <ac:spMkLst>
            <pc:docMk/>
            <pc:sldMk cId="2947126971" sldId="497"/>
            <ac:spMk id="24" creationId="{F9D66CB8-E386-7F0B-0A08-E350C99D1302}"/>
          </ac:spMkLst>
        </pc:spChg>
        <pc:spChg chg="add mod">
          <ac:chgData name="Guillaume Saint-Pierre" userId="ab4a63aca6b51c61" providerId="LiveId" clId="{BE8D0D60-8C36-F34B-A741-E0CA1BE99B02}" dt="2025-05-30T15:18:21.448" v="4661" actId="1076"/>
          <ac:spMkLst>
            <pc:docMk/>
            <pc:sldMk cId="2947126971" sldId="497"/>
            <ac:spMk id="28" creationId="{066C5690-E12B-06A2-7403-A0D807E495CB}"/>
          </ac:spMkLst>
        </pc:spChg>
        <pc:spChg chg="add mod">
          <ac:chgData name="Guillaume Saint-Pierre" userId="ab4a63aca6b51c61" providerId="LiveId" clId="{BE8D0D60-8C36-F34B-A741-E0CA1BE99B02}" dt="2025-05-31T11:52:51.530" v="6431" actId="20577"/>
          <ac:spMkLst>
            <pc:docMk/>
            <pc:sldMk cId="2947126971" sldId="497"/>
            <ac:spMk id="29" creationId="{6421B622-61DD-AC2F-7A22-A608AE7B4ED2}"/>
          </ac:spMkLst>
        </pc:spChg>
        <pc:graphicFrameChg chg="add mod">
          <ac:chgData name="Guillaume Saint-Pierre" userId="ab4a63aca6b51c61" providerId="LiveId" clId="{BE8D0D60-8C36-F34B-A741-E0CA1BE99B02}" dt="2025-05-30T15:15:17.080" v="4623" actId="1076"/>
          <ac:graphicFrameMkLst>
            <pc:docMk/>
            <pc:sldMk cId="2947126971" sldId="497"/>
            <ac:graphicFrameMk id="2" creationId="{573DCE05-4368-35FE-64C0-B5A0DCDDB1D0}"/>
          </ac:graphicFrameMkLst>
        </pc:graphicFrameChg>
        <pc:picChg chg="del">
          <ac:chgData name="Guillaume Saint-Pierre" userId="ab4a63aca6b51c61" providerId="LiveId" clId="{BE8D0D60-8C36-F34B-A741-E0CA1BE99B02}" dt="2025-05-30T15:11:20.996" v="4597" actId="478"/>
          <ac:picMkLst>
            <pc:docMk/>
            <pc:sldMk cId="2947126971" sldId="497"/>
            <ac:picMk id="11" creationId="{3E2EB072-F3FA-3ADD-B295-064B592F4FBD}"/>
          </ac:picMkLst>
        </pc:picChg>
        <pc:picChg chg="add mod">
          <ac:chgData name="Guillaume Saint-Pierre" userId="ab4a63aca6b51c61" providerId="LiveId" clId="{BE8D0D60-8C36-F34B-A741-E0CA1BE99B02}" dt="2025-05-30T15:16:56.506" v="4643" actId="1076"/>
          <ac:picMkLst>
            <pc:docMk/>
            <pc:sldMk cId="2947126971" sldId="497"/>
            <ac:picMk id="13" creationId="{9C10ABA3-145C-1994-0525-F7F7C3130D3F}"/>
          </ac:picMkLst>
        </pc:picChg>
        <pc:picChg chg="del">
          <ac:chgData name="Guillaume Saint-Pierre" userId="ab4a63aca6b51c61" providerId="LiveId" clId="{BE8D0D60-8C36-F34B-A741-E0CA1BE99B02}" dt="2025-05-30T15:11:18.633" v="4596" actId="478"/>
          <ac:picMkLst>
            <pc:docMk/>
            <pc:sldMk cId="2947126971" sldId="497"/>
            <ac:picMk id="14" creationId="{242A40F1-6B3A-7840-D271-BE1C5433FB87}"/>
          </ac:picMkLst>
        </pc:picChg>
        <pc:picChg chg="del">
          <ac:chgData name="Guillaume Saint-Pierre" userId="ab4a63aca6b51c61" providerId="LiveId" clId="{BE8D0D60-8C36-F34B-A741-E0CA1BE99B02}" dt="2025-05-30T15:11:26.105" v="4601" actId="478"/>
          <ac:picMkLst>
            <pc:docMk/>
            <pc:sldMk cId="2947126971" sldId="497"/>
            <ac:picMk id="18" creationId="{BE37957D-5E0C-F6B9-59C4-83ED859926DC}"/>
          </ac:picMkLst>
        </pc:picChg>
        <pc:picChg chg="add mod">
          <ac:chgData name="Guillaume Saint-Pierre" userId="ab4a63aca6b51c61" providerId="LiveId" clId="{BE8D0D60-8C36-F34B-A741-E0CA1BE99B02}" dt="2025-05-30T15:16:42.977" v="4638" actId="1076"/>
          <ac:picMkLst>
            <pc:docMk/>
            <pc:sldMk cId="2947126971" sldId="497"/>
            <ac:picMk id="20" creationId="{80369F6E-179F-7145-7CE1-2C027A8D7925}"/>
          </ac:picMkLst>
        </pc:picChg>
        <pc:picChg chg="add mod">
          <ac:chgData name="Guillaume Saint-Pierre" userId="ab4a63aca6b51c61" providerId="LiveId" clId="{BE8D0D60-8C36-F34B-A741-E0CA1BE99B02}" dt="2025-05-30T15:17:40.093" v="4650" actId="1076"/>
          <ac:picMkLst>
            <pc:docMk/>
            <pc:sldMk cId="2947126971" sldId="497"/>
            <ac:picMk id="23" creationId="{C7268DF3-07A7-A5E8-D3B1-DBA8A8175C7C}"/>
          </ac:picMkLst>
        </pc:picChg>
        <pc:picChg chg="add mod">
          <ac:chgData name="Guillaume Saint-Pierre" userId="ab4a63aca6b51c61" providerId="LiveId" clId="{BE8D0D60-8C36-F34B-A741-E0CA1BE99B02}" dt="2025-05-30T15:18:11.918" v="4658" actId="1076"/>
          <ac:picMkLst>
            <pc:docMk/>
            <pc:sldMk cId="2947126971" sldId="497"/>
            <ac:picMk id="26" creationId="{FDADAE9C-0C03-37FD-CD58-D30BA16FD15F}"/>
          </ac:picMkLst>
        </pc:picChg>
        <pc:picChg chg="add mod">
          <ac:chgData name="Guillaume Saint-Pierre" userId="ab4a63aca6b51c61" providerId="LiveId" clId="{BE8D0D60-8C36-F34B-A741-E0CA1BE99B02}" dt="2025-05-30T15:15:12.959" v="4622" actId="1076"/>
          <ac:picMkLst>
            <pc:docMk/>
            <pc:sldMk cId="2947126971" sldId="497"/>
            <ac:picMk id="15363" creationId="{12CAD31A-4490-1E66-FDE2-68420E97C0F6}"/>
          </ac:picMkLst>
        </pc:picChg>
        <pc:picChg chg="del">
          <ac:chgData name="Guillaume Saint-Pierre" userId="ab4a63aca6b51c61" providerId="LiveId" clId="{BE8D0D60-8C36-F34B-A741-E0CA1BE99B02}" dt="2025-05-30T15:11:27.296" v="4602" actId="478"/>
          <ac:picMkLst>
            <pc:docMk/>
            <pc:sldMk cId="2947126971" sldId="497"/>
            <ac:picMk id="32770" creationId="{996D19CD-7C7F-4757-A3DE-1CED85A4213A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8:13.204" v="6524" actId="20577"/>
        <pc:sldMkLst>
          <pc:docMk/>
          <pc:sldMk cId="2242523055" sldId="498"/>
        </pc:sldMkLst>
        <pc:spChg chg="del mod">
          <ac:chgData name="Guillaume Saint-Pierre" userId="ab4a63aca6b51c61" providerId="LiveId" clId="{BE8D0D60-8C36-F34B-A741-E0CA1BE99B02}" dt="2025-05-30T16:30:20.864" v="4679" actId="478"/>
          <ac:spMkLst>
            <pc:docMk/>
            <pc:sldMk cId="2242523055" sldId="498"/>
            <ac:spMk id="3" creationId="{19789728-0CF7-0D86-6FF5-D3EA82BA851B}"/>
          </ac:spMkLst>
        </pc:spChg>
        <pc:spChg chg="mod">
          <ac:chgData name="Guillaume Saint-Pierre" userId="ab4a63aca6b51c61" providerId="LiveId" clId="{BE8D0D60-8C36-F34B-A741-E0CA1BE99B02}" dt="2025-05-31T09:09:03.635" v="5820" actId="1076"/>
          <ac:spMkLst>
            <pc:docMk/>
            <pc:sldMk cId="2242523055" sldId="498"/>
            <ac:spMk id="9" creationId="{FE7CDFA0-9AB9-7BE6-A246-0AAE99085296}"/>
          </ac:spMkLst>
        </pc:spChg>
        <pc:spChg chg="add del mod">
          <ac:chgData name="Guillaume Saint-Pierre" userId="ab4a63aca6b51c61" providerId="LiveId" clId="{BE8D0D60-8C36-F34B-A741-E0CA1BE99B02}" dt="2025-05-30T16:30:22.167" v="4680" actId="478"/>
          <ac:spMkLst>
            <pc:docMk/>
            <pc:sldMk cId="2242523055" sldId="498"/>
            <ac:spMk id="14" creationId="{BBEEEEE5-7789-8FD0-29BB-E866CD2088A1}"/>
          </ac:spMkLst>
        </pc:spChg>
        <pc:spChg chg="del mod">
          <ac:chgData name="Guillaume Saint-Pierre" userId="ab4a63aca6b51c61" providerId="LiveId" clId="{BE8D0D60-8C36-F34B-A741-E0CA1BE99B02}" dt="2025-05-30T16:30:27.482" v="4684" actId="478"/>
          <ac:spMkLst>
            <pc:docMk/>
            <pc:sldMk cId="2242523055" sldId="498"/>
            <ac:spMk id="18" creationId="{3FF5BE01-53DB-9556-2704-9EBF945F4C53}"/>
          </ac:spMkLst>
        </pc:spChg>
        <pc:spChg chg="add mod">
          <ac:chgData name="Guillaume Saint-Pierre" userId="ab4a63aca6b51c61" providerId="LiveId" clId="{BE8D0D60-8C36-F34B-A741-E0CA1BE99B02}" dt="2025-05-31T11:58:13.204" v="6524" actId="20577"/>
          <ac:spMkLst>
            <pc:docMk/>
            <pc:sldMk cId="2242523055" sldId="498"/>
            <ac:spMk id="32" creationId="{C06807D8-8924-12FF-7BE4-AF87A5831A98}"/>
          </ac:spMkLst>
        </pc:spChg>
        <pc:spChg chg="add mod">
          <ac:chgData name="Guillaume Saint-Pierre" userId="ab4a63aca6b51c61" providerId="LiveId" clId="{BE8D0D60-8C36-F34B-A741-E0CA1BE99B02}" dt="2025-05-30T16:43:12.830" v="4860"/>
          <ac:spMkLst>
            <pc:docMk/>
            <pc:sldMk cId="2242523055" sldId="498"/>
            <ac:spMk id="33" creationId="{17833889-EBDE-F754-5AA8-C28995896789}"/>
          </ac:spMkLst>
        </pc:spChg>
        <pc:spChg chg="add mod">
          <ac:chgData name="Guillaume Saint-Pierre" userId="ab4a63aca6b51c61" providerId="LiveId" clId="{BE8D0D60-8C36-F34B-A741-E0CA1BE99B02}" dt="2025-05-31T11:57:38.454" v="6518" actId="20577"/>
          <ac:spMkLst>
            <pc:docMk/>
            <pc:sldMk cId="2242523055" sldId="498"/>
            <ac:spMk id="38" creationId="{66066025-C4EB-12C8-BCBE-8393DE323BB7}"/>
          </ac:spMkLst>
        </pc:spChg>
        <pc:graphicFrameChg chg="del">
          <ac:chgData name="Guillaume Saint-Pierre" userId="ab4a63aca6b51c61" providerId="LiveId" clId="{BE8D0D60-8C36-F34B-A741-E0CA1BE99B02}" dt="2025-05-30T16:30:18.153" v="4677" actId="478"/>
          <ac:graphicFrameMkLst>
            <pc:docMk/>
            <pc:sldMk cId="2242523055" sldId="498"/>
            <ac:graphicFrameMk id="11" creationId="{7824A931-BE8B-3207-549A-C7C3AE1CDCDE}"/>
          </ac:graphicFrameMkLst>
        </pc:graphicFrameChg>
        <pc:picChg chg="add mod">
          <ac:chgData name="Guillaume Saint-Pierre" userId="ab4a63aca6b51c61" providerId="LiveId" clId="{BE8D0D60-8C36-F34B-A741-E0CA1BE99B02}" dt="2025-05-31T09:08:38.907" v="5812" actId="14100"/>
          <ac:picMkLst>
            <pc:docMk/>
            <pc:sldMk cId="2242523055" sldId="498"/>
            <ac:picMk id="16" creationId="{7297BAAC-A183-1967-90C2-F1651A2EE277}"/>
          </ac:picMkLst>
        </pc:picChg>
        <pc:picChg chg="add del mod">
          <ac:chgData name="Guillaume Saint-Pierre" userId="ab4a63aca6b51c61" providerId="LiveId" clId="{BE8D0D60-8C36-F34B-A741-E0CA1BE99B02}" dt="2025-05-30T17:15:41.131" v="4973" actId="478"/>
          <ac:picMkLst>
            <pc:docMk/>
            <pc:sldMk cId="2242523055" sldId="498"/>
            <ac:picMk id="19" creationId="{D4590AB1-1312-7FA2-4FF2-719F72056A1C}"/>
          </ac:picMkLst>
        </pc:picChg>
        <pc:picChg chg="add mod">
          <ac:chgData name="Guillaume Saint-Pierre" userId="ab4a63aca6b51c61" providerId="LiveId" clId="{BE8D0D60-8C36-F34B-A741-E0CA1BE99B02}" dt="2025-05-31T09:08:50.747" v="5817" actId="1076"/>
          <ac:picMkLst>
            <pc:docMk/>
            <pc:sldMk cId="2242523055" sldId="498"/>
            <ac:picMk id="21" creationId="{A3EFA682-A251-5362-F7C3-382458F35ABF}"/>
          </ac:picMkLst>
        </pc:picChg>
        <pc:picChg chg="add mod">
          <ac:chgData name="Guillaume Saint-Pierre" userId="ab4a63aca6b51c61" providerId="LiveId" clId="{BE8D0D60-8C36-F34B-A741-E0CA1BE99B02}" dt="2025-05-31T09:08:52.246" v="5818" actId="1076"/>
          <ac:picMkLst>
            <pc:docMk/>
            <pc:sldMk cId="2242523055" sldId="498"/>
            <ac:picMk id="23" creationId="{CC84C01A-7792-C11A-33E3-2AE0B940FD52}"/>
          </ac:picMkLst>
        </pc:picChg>
        <pc:picChg chg="add mod modCrop">
          <ac:chgData name="Guillaume Saint-Pierre" userId="ab4a63aca6b51c61" providerId="LiveId" clId="{BE8D0D60-8C36-F34B-A741-E0CA1BE99B02}" dt="2025-05-31T09:08:57.656" v="5819" actId="14100"/>
          <ac:picMkLst>
            <pc:docMk/>
            <pc:sldMk cId="2242523055" sldId="498"/>
            <ac:picMk id="25" creationId="{F54AFCF2-13DD-45F4-6F47-55B0B3CC7C0A}"/>
          </ac:picMkLst>
        </pc:picChg>
        <pc:picChg chg="add mod">
          <ac:chgData name="Guillaume Saint-Pierre" userId="ab4a63aca6b51c61" providerId="LiveId" clId="{BE8D0D60-8C36-F34B-A741-E0CA1BE99B02}" dt="2025-05-31T09:09:09.423" v="5821" actId="14100"/>
          <ac:picMkLst>
            <pc:docMk/>
            <pc:sldMk cId="2242523055" sldId="498"/>
            <ac:picMk id="27" creationId="{CC14EE22-E269-0876-27D7-05751A46180F}"/>
          </ac:picMkLst>
        </pc:picChg>
        <pc:picChg chg="add del mod">
          <ac:chgData name="Guillaume Saint-Pierre" userId="ab4a63aca6b51c61" providerId="LiveId" clId="{BE8D0D60-8C36-F34B-A741-E0CA1BE99B02}" dt="2025-05-31T10:50:59.124" v="5891" actId="478"/>
          <ac:picMkLst>
            <pc:docMk/>
            <pc:sldMk cId="2242523055" sldId="498"/>
            <ac:picMk id="29" creationId="{920A828A-12F6-C6B5-F5D3-3EB0F65E5BD5}"/>
          </ac:picMkLst>
        </pc:picChg>
        <pc:picChg chg="add mod">
          <ac:chgData name="Guillaume Saint-Pierre" userId="ab4a63aca6b51c61" providerId="LiveId" clId="{BE8D0D60-8C36-F34B-A741-E0CA1BE99B02}" dt="2025-05-31T10:51:10.943" v="5899" actId="1076"/>
          <ac:picMkLst>
            <pc:docMk/>
            <pc:sldMk cId="2242523055" sldId="498"/>
            <ac:picMk id="31" creationId="{4887C142-97E6-755A-22D9-463D1CE76B5B}"/>
          </ac:picMkLst>
        </pc:picChg>
        <pc:picChg chg="add mod">
          <ac:chgData name="Guillaume Saint-Pierre" userId="ab4a63aca6b51c61" providerId="LiveId" clId="{BE8D0D60-8C36-F34B-A741-E0CA1BE99B02}" dt="2025-05-31T09:08:42.539" v="5813" actId="14100"/>
          <ac:picMkLst>
            <pc:docMk/>
            <pc:sldMk cId="2242523055" sldId="498"/>
            <ac:picMk id="35" creationId="{43A7F7A0-2384-7766-EAF6-F08177149A4A}"/>
          </ac:picMkLst>
        </pc:picChg>
        <pc:picChg chg="add mod">
          <ac:chgData name="Guillaume Saint-Pierre" userId="ab4a63aca6b51c61" providerId="LiveId" clId="{BE8D0D60-8C36-F34B-A741-E0CA1BE99B02}" dt="2025-05-31T10:51:06.368" v="5897" actId="14100"/>
          <ac:picMkLst>
            <pc:docMk/>
            <pc:sldMk cId="2242523055" sldId="498"/>
            <ac:picMk id="37" creationId="{C2D8F59C-219A-1FD8-1D36-51F0EC51C9BF}"/>
          </ac:picMkLst>
        </pc:picChg>
        <pc:picChg chg="del">
          <ac:chgData name="Guillaume Saint-Pierre" userId="ab4a63aca6b51c61" providerId="LiveId" clId="{BE8D0D60-8C36-F34B-A741-E0CA1BE99B02}" dt="2025-05-30T16:30:24.623" v="4682" actId="478"/>
          <ac:picMkLst>
            <pc:docMk/>
            <pc:sldMk cId="2242523055" sldId="498"/>
            <ac:picMk id="14339" creationId="{32093E68-30D5-57CF-4469-018BE8EA533D}"/>
          </ac:picMkLst>
        </pc:picChg>
        <pc:picChg chg="del">
          <ac:chgData name="Guillaume Saint-Pierre" userId="ab4a63aca6b51c61" providerId="LiveId" clId="{BE8D0D60-8C36-F34B-A741-E0CA1BE99B02}" dt="2025-05-30T16:30:25.473" v="4683" actId="478"/>
          <ac:picMkLst>
            <pc:docMk/>
            <pc:sldMk cId="2242523055" sldId="498"/>
            <ac:picMk id="14341" creationId="{4E19EED6-8700-C540-120A-AC4F97B9E756}"/>
          </ac:picMkLst>
        </pc:picChg>
      </pc:sldChg>
      <pc:sldChg chg="new del">
        <pc:chgData name="Guillaume Saint-Pierre" userId="ab4a63aca6b51c61" providerId="LiveId" clId="{BE8D0D60-8C36-F34B-A741-E0CA1BE99B02}" dt="2025-05-30T16:34:42.878" v="4750" actId="680"/>
        <pc:sldMkLst>
          <pc:docMk/>
          <pc:sldMk cId="223136667" sldId="499"/>
        </pc:sldMkLst>
      </pc:sldChg>
      <pc:sldChg chg="addSp delSp modSp add mod">
        <pc:chgData name="Guillaume Saint-Pierre" userId="ab4a63aca6b51c61" providerId="LiveId" clId="{BE8D0D60-8C36-F34B-A741-E0CA1BE99B02}" dt="2025-05-31T11:58:16.662" v="6526" actId="20577"/>
        <pc:sldMkLst>
          <pc:docMk/>
          <pc:sldMk cId="2219649223" sldId="499"/>
        </pc:sldMkLst>
        <pc:spChg chg="add mod">
          <ac:chgData name="Guillaume Saint-Pierre" userId="ab4a63aca6b51c61" providerId="LiveId" clId="{BE8D0D60-8C36-F34B-A741-E0CA1BE99B02}" dt="2025-05-31T11:58:16.662" v="6526" actId="20577"/>
          <ac:spMkLst>
            <pc:docMk/>
            <pc:sldMk cId="2219649223" sldId="499"/>
            <ac:spMk id="35" creationId="{5CB0CD44-C6B9-F766-3A26-D3FEB9F99C31}"/>
          </ac:spMkLst>
        </pc:spChg>
        <pc:spChg chg="add mod">
          <ac:chgData name="Guillaume Saint-Pierre" userId="ab4a63aca6b51c61" providerId="LiveId" clId="{BE8D0D60-8C36-F34B-A741-E0CA1BE99B02}" dt="2025-05-31T11:57:45.438" v="6519"/>
          <ac:spMkLst>
            <pc:docMk/>
            <pc:sldMk cId="2219649223" sldId="499"/>
            <ac:spMk id="36" creationId="{533C18D0-1CEB-F6CF-3BF0-07C715D71982}"/>
          </ac:spMkLst>
        </pc:spChg>
        <pc:picChg chg="add mod">
          <ac:chgData name="Guillaume Saint-Pierre" userId="ab4a63aca6b51c61" providerId="LiveId" clId="{BE8D0D60-8C36-F34B-A741-E0CA1BE99B02}" dt="2025-05-31T09:02:08.100" v="5763" actId="1076"/>
          <ac:picMkLst>
            <pc:docMk/>
            <pc:sldMk cId="2219649223" sldId="499"/>
            <ac:picMk id="3" creationId="{541B888E-3BDA-7992-AA7C-401BDEE28666}"/>
          </ac:picMkLst>
        </pc:picChg>
        <pc:picChg chg="add mod">
          <ac:chgData name="Guillaume Saint-Pierre" userId="ab4a63aca6b51c61" providerId="LiveId" clId="{BE8D0D60-8C36-F34B-A741-E0CA1BE99B02}" dt="2025-05-31T09:02:09.447" v="5764" actId="1076"/>
          <ac:picMkLst>
            <pc:docMk/>
            <pc:sldMk cId="2219649223" sldId="499"/>
            <ac:picMk id="14" creationId="{4C37A2B9-9F87-B687-B36F-B28F671A0E57}"/>
          </ac:picMkLst>
        </pc:picChg>
        <pc:picChg chg="del">
          <ac:chgData name="Guillaume Saint-Pierre" userId="ab4a63aca6b51c61" providerId="LiveId" clId="{BE8D0D60-8C36-F34B-A741-E0CA1BE99B02}" dt="2025-05-30T16:34:50.768" v="4753" actId="478"/>
          <ac:picMkLst>
            <pc:docMk/>
            <pc:sldMk cId="2219649223" sldId="499"/>
            <ac:picMk id="16" creationId="{7B83B8E4-7CB6-981C-AC40-316665BCBB10}"/>
          </ac:picMkLst>
        </pc:picChg>
        <pc:picChg chg="add mod">
          <ac:chgData name="Guillaume Saint-Pierre" userId="ab4a63aca6b51c61" providerId="LiveId" clId="{BE8D0D60-8C36-F34B-A741-E0CA1BE99B02}" dt="2025-05-31T09:02:11.290" v="5765" actId="1076"/>
          <ac:picMkLst>
            <pc:docMk/>
            <pc:sldMk cId="2219649223" sldId="499"/>
            <ac:picMk id="17" creationId="{EF2BA52E-5F17-4FD5-178F-40F8DD869CCB}"/>
          </ac:picMkLst>
        </pc:picChg>
        <pc:picChg chg="del">
          <ac:chgData name="Guillaume Saint-Pierre" userId="ab4a63aca6b51c61" providerId="LiveId" clId="{BE8D0D60-8C36-F34B-A741-E0CA1BE99B02}" dt="2025-05-30T16:34:50.768" v="4753" actId="478"/>
          <ac:picMkLst>
            <pc:docMk/>
            <pc:sldMk cId="2219649223" sldId="499"/>
            <ac:picMk id="19" creationId="{16671EF7-686B-0C92-EF2C-E73FE766B301}"/>
          </ac:picMkLst>
        </pc:picChg>
        <pc:picChg chg="add mod">
          <ac:chgData name="Guillaume Saint-Pierre" userId="ab4a63aca6b51c61" providerId="LiveId" clId="{BE8D0D60-8C36-F34B-A741-E0CA1BE99B02}" dt="2025-05-31T09:02:17.132" v="5767" actId="1076"/>
          <ac:picMkLst>
            <pc:docMk/>
            <pc:sldMk cId="2219649223" sldId="499"/>
            <ac:picMk id="20" creationId="{49EE2F8E-7FF0-E6E2-B561-92602EC85C66}"/>
          </ac:picMkLst>
        </pc:picChg>
        <pc:picChg chg="del">
          <ac:chgData name="Guillaume Saint-Pierre" userId="ab4a63aca6b51c61" providerId="LiveId" clId="{BE8D0D60-8C36-F34B-A741-E0CA1BE99B02}" dt="2025-05-30T16:34:52.714" v="4754" actId="478"/>
          <ac:picMkLst>
            <pc:docMk/>
            <pc:sldMk cId="2219649223" sldId="499"/>
            <ac:picMk id="21" creationId="{D9A58E22-ED20-156F-882D-FB192F0AA117}"/>
          </ac:picMkLst>
        </pc:picChg>
        <pc:picChg chg="del">
          <ac:chgData name="Guillaume Saint-Pierre" userId="ab4a63aca6b51c61" providerId="LiveId" clId="{BE8D0D60-8C36-F34B-A741-E0CA1BE99B02}" dt="2025-05-30T16:34:52.714" v="4754" actId="478"/>
          <ac:picMkLst>
            <pc:docMk/>
            <pc:sldMk cId="2219649223" sldId="499"/>
            <ac:picMk id="23" creationId="{5B1B64E9-F9AF-9E9A-E242-983242BD65E7}"/>
          </ac:picMkLst>
        </pc:picChg>
        <pc:picChg chg="add mod">
          <ac:chgData name="Guillaume Saint-Pierre" userId="ab4a63aca6b51c61" providerId="LiveId" clId="{BE8D0D60-8C36-F34B-A741-E0CA1BE99B02}" dt="2025-05-31T09:02:06.517" v="5762" actId="1076"/>
          <ac:picMkLst>
            <pc:docMk/>
            <pc:sldMk cId="2219649223" sldId="499"/>
            <ac:picMk id="24" creationId="{9E3D610E-5E84-3A87-4D62-84FB66E5DF39}"/>
          </ac:picMkLst>
        </pc:picChg>
        <pc:picChg chg="del">
          <ac:chgData name="Guillaume Saint-Pierre" userId="ab4a63aca6b51c61" providerId="LiveId" clId="{BE8D0D60-8C36-F34B-A741-E0CA1BE99B02}" dt="2025-05-30T16:34:50.768" v="4753" actId="478"/>
          <ac:picMkLst>
            <pc:docMk/>
            <pc:sldMk cId="2219649223" sldId="499"/>
            <ac:picMk id="25" creationId="{6423249F-6BE1-8E81-64FA-F4A21281A3EB}"/>
          </ac:picMkLst>
        </pc:picChg>
        <pc:picChg chg="del">
          <ac:chgData name="Guillaume Saint-Pierre" userId="ab4a63aca6b51c61" providerId="LiveId" clId="{BE8D0D60-8C36-F34B-A741-E0CA1BE99B02}" dt="2025-05-30T16:34:50.768" v="4753" actId="478"/>
          <ac:picMkLst>
            <pc:docMk/>
            <pc:sldMk cId="2219649223" sldId="499"/>
            <ac:picMk id="27" creationId="{73F2976A-862C-3C70-95E7-7648AC8A1F8E}"/>
          </ac:picMkLst>
        </pc:picChg>
        <pc:picChg chg="add mod">
          <ac:chgData name="Guillaume Saint-Pierre" userId="ab4a63aca6b51c61" providerId="LiveId" clId="{BE8D0D60-8C36-F34B-A741-E0CA1BE99B02}" dt="2025-05-31T09:02:00.938" v="5759" actId="1076"/>
          <ac:picMkLst>
            <pc:docMk/>
            <pc:sldMk cId="2219649223" sldId="499"/>
            <ac:picMk id="28" creationId="{B8727E61-8E33-4221-699D-B8484CE4A68B}"/>
          </ac:picMkLst>
        </pc:picChg>
        <pc:picChg chg="del">
          <ac:chgData name="Guillaume Saint-Pierre" userId="ab4a63aca6b51c61" providerId="LiveId" clId="{BE8D0D60-8C36-F34B-A741-E0CA1BE99B02}" dt="2025-05-30T16:34:48.841" v="4752" actId="478"/>
          <ac:picMkLst>
            <pc:docMk/>
            <pc:sldMk cId="2219649223" sldId="499"/>
            <ac:picMk id="29" creationId="{F6B62D00-DA26-4E85-B5A3-2BF2FB265416}"/>
          </ac:picMkLst>
        </pc:picChg>
        <pc:picChg chg="del">
          <ac:chgData name="Guillaume Saint-Pierre" userId="ab4a63aca6b51c61" providerId="LiveId" clId="{BE8D0D60-8C36-F34B-A741-E0CA1BE99B02}" dt="2025-05-30T16:34:48.841" v="4752" actId="478"/>
          <ac:picMkLst>
            <pc:docMk/>
            <pc:sldMk cId="2219649223" sldId="499"/>
            <ac:picMk id="31" creationId="{1F80242C-AD9E-FE65-74B5-F127E6C530A2}"/>
          </ac:picMkLst>
        </pc:picChg>
        <pc:picChg chg="add mod">
          <ac:chgData name="Guillaume Saint-Pierre" userId="ab4a63aca6b51c61" providerId="LiveId" clId="{BE8D0D60-8C36-F34B-A741-E0CA1BE99B02}" dt="2025-05-31T09:02:02.879" v="5760" actId="1076"/>
          <ac:picMkLst>
            <pc:docMk/>
            <pc:sldMk cId="2219649223" sldId="499"/>
            <ac:picMk id="32" creationId="{E7F32612-5633-AB49-CF49-448B2B9554F8}"/>
          </ac:picMkLst>
        </pc:picChg>
        <pc:picChg chg="add mod">
          <ac:chgData name="Guillaume Saint-Pierre" userId="ab4a63aca6b51c61" providerId="LiveId" clId="{BE8D0D60-8C36-F34B-A741-E0CA1BE99B02}" dt="2025-05-31T09:02:23.438" v="5768" actId="14100"/>
          <ac:picMkLst>
            <pc:docMk/>
            <pc:sldMk cId="2219649223" sldId="499"/>
            <ac:picMk id="34" creationId="{52822410-C7F8-F9F1-D703-35AE8C84378B}"/>
          </ac:picMkLst>
        </pc:picChg>
      </pc:sldChg>
      <pc:sldChg chg="addSp delSp modSp new mod">
        <pc:chgData name="Guillaume Saint-Pierre" userId="ab4a63aca6b51c61" providerId="LiveId" clId="{BE8D0D60-8C36-F34B-A741-E0CA1BE99B02}" dt="2025-05-31T11:58:19.704" v="6528" actId="20577"/>
        <pc:sldMkLst>
          <pc:docMk/>
          <pc:sldMk cId="1674663032" sldId="500"/>
        </pc:sldMkLst>
        <pc:spChg chg="del">
          <ac:chgData name="Guillaume Saint-Pierre" userId="ab4a63aca6b51c61" providerId="LiveId" clId="{BE8D0D60-8C36-F34B-A741-E0CA1BE99B02}" dt="2025-05-30T16:38:06.165" v="4825"/>
          <ac:spMkLst>
            <pc:docMk/>
            <pc:sldMk cId="1674663032" sldId="500"/>
            <ac:spMk id="2" creationId="{3018EEA1-709D-699A-13CA-091E432B045A}"/>
          </ac:spMkLst>
        </pc:spChg>
        <pc:spChg chg="del">
          <ac:chgData name="Guillaume Saint-Pierre" userId="ab4a63aca6b51c61" providerId="LiveId" clId="{BE8D0D60-8C36-F34B-A741-E0CA1BE99B02}" dt="2025-05-30T16:38:08.731" v="4828" actId="478"/>
          <ac:spMkLst>
            <pc:docMk/>
            <pc:sldMk cId="1674663032" sldId="500"/>
            <ac:spMk id="3" creationId="{28BD1A02-2050-4BCE-3287-0F3E8895F958}"/>
          </ac:spMkLst>
        </pc:spChg>
        <pc:spChg chg="add mod">
          <ac:chgData name="Guillaume Saint-Pierre" userId="ab4a63aca6b51c61" providerId="LiveId" clId="{BE8D0D60-8C36-F34B-A741-E0CA1BE99B02}" dt="2025-05-31T11:58:19.704" v="6528" actId="20577"/>
          <ac:spMkLst>
            <pc:docMk/>
            <pc:sldMk cId="1674663032" sldId="500"/>
            <ac:spMk id="17" creationId="{8F70CCD1-E1F3-12F3-08B4-30E046F26814}"/>
          </ac:spMkLst>
        </pc:spChg>
        <pc:spChg chg="add mod">
          <ac:chgData name="Guillaume Saint-Pierre" userId="ab4a63aca6b51c61" providerId="LiveId" clId="{BE8D0D60-8C36-F34B-A741-E0CA1BE99B02}" dt="2025-05-31T11:57:47.116" v="6520"/>
          <ac:spMkLst>
            <pc:docMk/>
            <pc:sldMk cId="1674663032" sldId="500"/>
            <ac:spMk id="24" creationId="{D763358B-0589-C2F0-D720-3D83F7952DF5}"/>
          </ac:spMkLst>
        </pc:spChg>
        <pc:picChg chg="add mod">
          <ac:chgData name="Guillaume Saint-Pierre" userId="ab4a63aca6b51c61" providerId="LiveId" clId="{BE8D0D60-8C36-F34B-A741-E0CA1BE99B02}" dt="2025-05-31T10:53:18.799" v="5925" actId="1076"/>
          <ac:picMkLst>
            <pc:docMk/>
            <pc:sldMk cId="1674663032" sldId="500"/>
            <ac:picMk id="8" creationId="{00776742-B4EB-8A7A-3DA7-549815A09CE7}"/>
          </ac:picMkLst>
        </pc:picChg>
        <pc:picChg chg="add mod">
          <ac:chgData name="Guillaume Saint-Pierre" userId="ab4a63aca6b51c61" providerId="LiveId" clId="{BE8D0D60-8C36-F34B-A741-E0CA1BE99B02}" dt="2025-05-31T10:53:22.525" v="5927" actId="14100"/>
          <ac:picMkLst>
            <pc:docMk/>
            <pc:sldMk cId="1674663032" sldId="500"/>
            <ac:picMk id="10" creationId="{B8D8D228-08AF-02F8-1689-C00E9D3954BA}"/>
          </ac:picMkLst>
        </pc:picChg>
        <pc:picChg chg="add del mod">
          <ac:chgData name="Guillaume Saint-Pierre" userId="ab4a63aca6b51c61" providerId="LiveId" clId="{BE8D0D60-8C36-F34B-A741-E0CA1BE99B02}" dt="2025-05-31T10:51:48.954" v="5900" actId="478"/>
          <ac:picMkLst>
            <pc:docMk/>
            <pc:sldMk cId="1674663032" sldId="500"/>
            <ac:picMk id="12" creationId="{6E04A017-22FB-E5BC-8E64-2E776DBDBEE4}"/>
          </ac:picMkLst>
        </pc:picChg>
        <pc:picChg chg="add del mod">
          <ac:chgData name="Guillaume Saint-Pierre" userId="ab4a63aca6b51c61" providerId="LiveId" clId="{BE8D0D60-8C36-F34B-A741-E0CA1BE99B02}" dt="2025-05-31T10:52:03.574" v="5908" actId="478"/>
          <ac:picMkLst>
            <pc:docMk/>
            <pc:sldMk cId="1674663032" sldId="500"/>
            <ac:picMk id="14" creationId="{74D25850-81A3-86E3-F8AD-FC3531CBA774}"/>
          </ac:picMkLst>
        </pc:picChg>
        <pc:picChg chg="add del mod">
          <ac:chgData name="Guillaume Saint-Pierre" userId="ab4a63aca6b51c61" providerId="LiveId" clId="{BE8D0D60-8C36-F34B-A741-E0CA1BE99B02}" dt="2025-05-31T10:52:41.580" v="5914" actId="478"/>
          <ac:picMkLst>
            <pc:docMk/>
            <pc:sldMk cId="1674663032" sldId="500"/>
            <ac:picMk id="16" creationId="{8C4143A7-BC98-7B56-2BCC-A1E400A0AA54}"/>
          </ac:picMkLst>
        </pc:picChg>
        <pc:picChg chg="add mod">
          <ac:chgData name="Guillaume Saint-Pierre" userId="ab4a63aca6b51c61" providerId="LiveId" clId="{BE8D0D60-8C36-F34B-A741-E0CA1BE99B02}" dt="2025-05-31T10:53:24.839" v="5928" actId="14100"/>
          <ac:picMkLst>
            <pc:docMk/>
            <pc:sldMk cId="1674663032" sldId="500"/>
            <ac:picMk id="19" creationId="{BEFDF81C-8CA6-10C8-2963-338ABB1AD842}"/>
          </ac:picMkLst>
        </pc:picChg>
        <pc:picChg chg="add mod">
          <ac:chgData name="Guillaume Saint-Pierre" userId="ab4a63aca6b51c61" providerId="LiveId" clId="{BE8D0D60-8C36-F34B-A741-E0CA1BE99B02}" dt="2025-05-31T10:53:10.609" v="5921" actId="14100"/>
          <ac:picMkLst>
            <pc:docMk/>
            <pc:sldMk cId="1674663032" sldId="500"/>
            <ac:picMk id="21" creationId="{E81A8201-CC7C-58B4-221D-12304D0A231D}"/>
          </ac:picMkLst>
        </pc:picChg>
        <pc:picChg chg="add mod">
          <ac:chgData name="Guillaume Saint-Pierre" userId="ab4a63aca6b51c61" providerId="LiveId" clId="{BE8D0D60-8C36-F34B-A741-E0CA1BE99B02}" dt="2025-05-31T10:53:13.310" v="5922" actId="14100"/>
          <ac:picMkLst>
            <pc:docMk/>
            <pc:sldMk cId="1674663032" sldId="500"/>
            <ac:picMk id="23" creationId="{49AA231C-D7A8-7754-3E32-924EC023A21A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9:26.139" v="6554" actId="20577"/>
        <pc:sldMkLst>
          <pc:docMk/>
          <pc:sldMk cId="2661395385" sldId="501"/>
        </pc:sldMkLst>
        <pc:spChg chg="add mod">
          <ac:chgData name="Guillaume Saint-Pierre" userId="ab4a63aca6b51c61" providerId="LiveId" clId="{BE8D0D60-8C36-F34B-A741-E0CA1BE99B02}" dt="2025-05-30T23:02:08.808" v="5261" actId="1076"/>
          <ac:spMkLst>
            <pc:docMk/>
            <pc:sldMk cId="2661395385" sldId="501"/>
            <ac:spMk id="11" creationId="{45FBF8AA-7329-2E96-A826-D5279626B1EC}"/>
          </ac:spMkLst>
        </pc:spChg>
        <pc:spChg chg="mod">
          <ac:chgData name="Guillaume Saint-Pierre" userId="ab4a63aca6b51c61" providerId="LiveId" clId="{BE8D0D60-8C36-F34B-A741-E0CA1BE99B02}" dt="2025-05-31T11:58:29.964" v="6536" actId="20577"/>
          <ac:spMkLst>
            <pc:docMk/>
            <pc:sldMk cId="2661395385" sldId="501"/>
            <ac:spMk id="15" creationId="{307B1AF5-C72E-7957-5C90-A447F176A8CF}"/>
          </ac:spMkLst>
        </pc:spChg>
        <pc:spChg chg="add mod">
          <ac:chgData name="Guillaume Saint-Pierre" userId="ab4a63aca6b51c61" providerId="LiveId" clId="{BE8D0D60-8C36-F34B-A741-E0CA1BE99B02}" dt="2025-05-31T09:10:03.445" v="5827"/>
          <ac:spMkLst>
            <pc:docMk/>
            <pc:sldMk cId="2661395385" sldId="501"/>
            <ac:spMk id="16" creationId="{FF1A6DD0-7EA1-AF68-445D-086648D65888}"/>
          </ac:spMkLst>
        </pc:spChg>
        <pc:spChg chg="add mod">
          <ac:chgData name="Guillaume Saint-Pierre" userId="ab4a63aca6b51c61" providerId="LiveId" clId="{BE8D0D60-8C36-F34B-A741-E0CA1BE99B02}" dt="2025-05-31T09:10:28.616" v="5829" actId="1076"/>
          <ac:spMkLst>
            <pc:docMk/>
            <pc:sldMk cId="2661395385" sldId="501"/>
            <ac:spMk id="18" creationId="{5BADF7C6-060C-2649-A59E-1470F2854F6C}"/>
          </ac:spMkLst>
        </pc:spChg>
        <pc:spChg chg="add del mod">
          <ac:chgData name="Guillaume Saint-Pierre" userId="ab4a63aca6b51c61" providerId="LiveId" clId="{BE8D0D60-8C36-F34B-A741-E0CA1BE99B02}" dt="2025-05-31T11:59:26.139" v="6554" actId="20577"/>
          <ac:spMkLst>
            <pc:docMk/>
            <pc:sldMk cId="2661395385" sldId="501"/>
            <ac:spMk id="19" creationId="{020E3BF7-8D3C-7E80-3981-F9CDEAF754F2}"/>
          </ac:spMkLst>
        </pc:spChg>
        <pc:picChg chg="add mod">
          <ac:chgData name="Guillaume Saint-Pierre" userId="ab4a63aca6b51c61" providerId="LiveId" clId="{BE8D0D60-8C36-F34B-A741-E0CA1BE99B02}" dt="2025-05-30T22:59:11.809" v="5251" actId="1076"/>
          <ac:picMkLst>
            <pc:docMk/>
            <pc:sldMk cId="2661395385" sldId="501"/>
            <ac:picMk id="3" creationId="{79B9DB78-7D08-12F2-8237-6410AF6C42EA}"/>
          </ac:picMkLst>
        </pc:picChg>
        <pc:picChg chg="add del mod">
          <ac:chgData name="Guillaume Saint-Pierre" userId="ab4a63aca6b51c61" providerId="LiveId" clId="{BE8D0D60-8C36-F34B-A741-E0CA1BE99B02}" dt="2025-05-30T23:02:34.017" v="5265" actId="478"/>
          <ac:picMkLst>
            <pc:docMk/>
            <pc:sldMk cId="2661395385" sldId="501"/>
            <ac:picMk id="14" creationId="{B12963BA-8C19-D15C-A55C-EBA2681EA6C4}"/>
          </ac:picMkLst>
        </pc:picChg>
        <pc:picChg chg="del">
          <ac:chgData name="Guillaume Saint-Pierre" userId="ab4a63aca6b51c61" providerId="LiveId" clId="{BE8D0D60-8C36-F34B-A741-E0CA1BE99B02}" dt="2025-05-30T17:16:24.695" v="4983" actId="478"/>
          <ac:picMkLst>
            <pc:docMk/>
            <pc:sldMk cId="2661395385" sldId="501"/>
            <ac:picMk id="17" creationId="{6CA17876-DC4D-9482-5BC3-120B700B6C72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45:39.264" v="6311" actId="20577"/>
        <pc:sldMkLst>
          <pc:docMk/>
          <pc:sldMk cId="4271112717" sldId="502"/>
        </pc:sldMkLst>
        <pc:spChg chg="del">
          <ac:chgData name="Guillaume Saint-Pierre" userId="ab4a63aca6b51c61" providerId="LiveId" clId="{BE8D0D60-8C36-F34B-A741-E0CA1BE99B02}" dt="2025-05-30T22:44:22.906" v="5056" actId="478"/>
          <ac:spMkLst>
            <pc:docMk/>
            <pc:sldMk cId="4271112717" sldId="502"/>
            <ac:spMk id="2" creationId="{08236227-4972-C7DF-DD47-0D98AB811999}"/>
          </ac:spMkLst>
        </pc:spChg>
        <pc:spChg chg="mod">
          <ac:chgData name="Guillaume Saint-Pierre" userId="ab4a63aca6b51c61" providerId="LiveId" clId="{BE8D0D60-8C36-F34B-A741-E0CA1BE99B02}" dt="2025-05-31T09:05:43.315" v="5792" actId="20577"/>
          <ac:spMkLst>
            <pc:docMk/>
            <pc:sldMk cId="4271112717" sldId="502"/>
            <ac:spMk id="3" creationId="{E7963A86-346A-485C-1CC2-646E0926EB0A}"/>
          </ac:spMkLst>
        </pc:spChg>
        <pc:spChg chg="add del mod">
          <ac:chgData name="Guillaume Saint-Pierre" userId="ab4a63aca6b51c61" providerId="LiveId" clId="{BE8D0D60-8C36-F34B-A741-E0CA1BE99B02}" dt="2025-05-30T22:44:25.991" v="5057" actId="478"/>
          <ac:spMkLst>
            <pc:docMk/>
            <pc:sldMk cId="4271112717" sldId="502"/>
            <ac:spMk id="5" creationId="{5AEB3C1D-B282-6D3D-D188-1836F59752C2}"/>
          </ac:spMkLst>
        </pc:spChg>
        <pc:spChg chg="del mod">
          <ac:chgData name="Guillaume Saint-Pierre" userId="ab4a63aca6b51c61" providerId="LiveId" clId="{BE8D0D60-8C36-F34B-A741-E0CA1BE99B02}" dt="2025-05-30T22:44:30.982" v="5061" actId="478"/>
          <ac:spMkLst>
            <pc:docMk/>
            <pc:sldMk cId="4271112717" sldId="502"/>
            <ac:spMk id="20" creationId="{C1D803D1-2CAC-FC05-F98C-DADAFC383D23}"/>
          </ac:spMkLst>
        </pc:spChg>
        <pc:spChg chg="del">
          <ac:chgData name="Guillaume Saint-Pierre" userId="ab4a63aca6b51c61" providerId="LiveId" clId="{BE8D0D60-8C36-F34B-A741-E0CA1BE99B02}" dt="2025-05-30T22:44:28.671" v="5059" actId="478"/>
          <ac:spMkLst>
            <pc:docMk/>
            <pc:sldMk cId="4271112717" sldId="502"/>
            <ac:spMk id="21" creationId="{27479072-AD23-9A74-098C-BC0E4350C6B8}"/>
          </ac:spMkLst>
        </pc:spChg>
        <pc:spChg chg="del">
          <ac:chgData name="Guillaume Saint-Pierre" userId="ab4a63aca6b51c61" providerId="LiveId" clId="{BE8D0D60-8C36-F34B-A741-E0CA1BE99B02}" dt="2025-05-30T22:44:37.528" v="5067" actId="478"/>
          <ac:spMkLst>
            <pc:docMk/>
            <pc:sldMk cId="4271112717" sldId="502"/>
            <ac:spMk id="26" creationId="{DE3A1B10-D7CD-7606-D4B4-3CE54AB3C97D}"/>
          </ac:spMkLst>
        </pc:spChg>
        <pc:spChg chg="del">
          <ac:chgData name="Guillaume Saint-Pierre" userId="ab4a63aca6b51c61" providerId="LiveId" clId="{BE8D0D60-8C36-F34B-A741-E0CA1BE99B02}" dt="2025-05-30T22:44:39.171" v="5068" actId="478"/>
          <ac:spMkLst>
            <pc:docMk/>
            <pc:sldMk cId="4271112717" sldId="502"/>
            <ac:spMk id="29" creationId="{BE957636-77C7-EDE8-27A4-C9195FC6AD98}"/>
          </ac:spMkLst>
        </pc:spChg>
        <pc:spChg chg="del">
          <ac:chgData name="Guillaume Saint-Pierre" userId="ab4a63aca6b51c61" providerId="LiveId" clId="{BE8D0D60-8C36-F34B-A741-E0CA1BE99B02}" dt="2025-05-30T22:44:32.276" v="5062" actId="478"/>
          <ac:spMkLst>
            <pc:docMk/>
            <pc:sldMk cId="4271112717" sldId="502"/>
            <ac:spMk id="34" creationId="{395A1B63-2FD8-EA40-464E-826C9DB1C955}"/>
          </ac:spMkLst>
        </pc:spChg>
        <pc:spChg chg="del">
          <ac:chgData name="Guillaume Saint-Pierre" userId="ab4a63aca6b51c61" providerId="LiveId" clId="{BE8D0D60-8C36-F34B-A741-E0CA1BE99B02}" dt="2025-05-30T22:44:35.422" v="5065" actId="478"/>
          <ac:spMkLst>
            <pc:docMk/>
            <pc:sldMk cId="4271112717" sldId="502"/>
            <ac:spMk id="35" creationId="{A29D4CAE-06AD-9160-CB24-C91EEBF8D537}"/>
          </ac:spMkLst>
        </pc:spChg>
        <pc:spChg chg="add mod">
          <ac:chgData name="Guillaume Saint-Pierre" userId="ab4a63aca6b51c61" providerId="LiveId" clId="{BE8D0D60-8C36-F34B-A741-E0CA1BE99B02}" dt="2025-05-30T22:53:25.614" v="5147" actId="14100"/>
          <ac:spMkLst>
            <pc:docMk/>
            <pc:sldMk cId="4271112717" sldId="502"/>
            <ac:spMk id="37" creationId="{DCA429C2-F747-8FB9-AF97-8CB67745ECAE}"/>
          </ac:spMkLst>
        </pc:spChg>
        <pc:spChg chg="add mod">
          <ac:chgData name="Guillaume Saint-Pierre" userId="ab4a63aca6b51c61" providerId="LiveId" clId="{BE8D0D60-8C36-F34B-A741-E0CA1BE99B02}" dt="2025-05-30T22:53:31.249" v="5150" actId="1076"/>
          <ac:spMkLst>
            <pc:docMk/>
            <pc:sldMk cId="4271112717" sldId="502"/>
            <ac:spMk id="38" creationId="{27276EDC-3B33-1378-329F-50DF98C3C325}"/>
          </ac:spMkLst>
        </pc:spChg>
        <pc:spChg chg="add mod">
          <ac:chgData name="Guillaume Saint-Pierre" userId="ab4a63aca6b51c61" providerId="LiveId" clId="{BE8D0D60-8C36-F34B-A741-E0CA1BE99B02}" dt="2025-05-30T22:53:38.404" v="5153" actId="1076"/>
          <ac:spMkLst>
            <pc:docMk/>
            <pc:sldMk cId="4271112717" sldId="502"/>
            <ac:spMk id="39" creationId="{E665A9C1-40C2-5902-2626-BFA33169007D}"/>
          </ac:spMkLst>
        </pc:spChg>
        <pc:spChg chg="add mod">
          <ac:chgData name="Guillaume Saint-Pierre" userId="ab4a63aca6b51c61" providerId="LiveId" clId="{BE8D0D60-8C36-F34B-A741-E0CA1BE99B02}" dt="2025-05-31T11:45:39.264" v="6311" actId="20577"/>
          <ac:spMkLst>
            <pc:docMk/>
            <pc:sldMk cId="4271112717" sldId="502"/>
            <ac:spMk id="40" creationId="{24C2A6AE-6462-26C9-F012-91479C6D0C38}"/>
          </ac:spMkLst>
        </pc:spChg>
        <pc:picChg chg="add del mod">
          <ac:chgData name="Guillaume Saint-Pierre" userId="ab4a63aca6b51c61" providerId="LiveId" clId="{BE8D0D60-8C36-F34B-A741-E0CA1BE99B02}" dt="2025-05-30T22:46:03.503" v="5081" actId="478"/>
          <ac:picMkLst>
            <pc:docMk/>
            <pc:sldMk cId="4271112717" sldId="502"/>
            <ac:picMk id="10" creationId="{937D14FB-D24E-B7D5-029A-17F6DF03B467}"/>
          </ac:picMkLst>
        </pc:picChg>
        <pc:picChg chg="add del mod">
          <ac:chgData name="Guillaume Saint-Pierre" userId="ab4a63aca6b51c61" providerId="LiveId" clId="{BE8D0D60-8C36-F34B-A741-E0CA1BE99B02}" dt="2025-05-30T22:48:59.517" v="5103" actId="478"/>
          <ac:picMkLst>
            <pc:docMk/>
            <pc:sldMk cId="4271112717" sldId="502"/>
            <ac:picMk id="12" creationId="{004E1389-0EA1-8577-6E01-654FAB47F66E}"/>
          </ac:picMkLst>
        </pc:picChg>
        <pc:picChg chg="del">
          <ac:chgData name="Guillaume Saint-Pierre" userId="ab4a63aca6b51c61" providerId="LiveId" clId="{BE8D0D60-8C36-F34B-A741-E0CA1BE99B02}" dt="2025-05-30T22:44:15.465" v="5055" actId="478"/>
          <ac:picMkLst>
            <pc:docMk/>
            <pc:sldMk cId="4271112717" sldId="502"/>
            <ac:picMk id="13" creationId="{BA334ABF-0468-FB8C-7AD3-D26AA25633EF}"/>
          </ac:picMkLst>
        </pc:picChg>
        <pc:picChg chg="add del mod">
          <ac:chgData name="Guillaume Saint-Pierre" userId="ab4a63aca6b51c61" providerId="LiveId" clId="{BE8D0D60-8C36-F34B-A741-E0CA1BE99B02}" dt="2025-05-30T22:47:40.654" v="5088" actId="478"/>
          <ac:picMkLst>
            <pc:docMk/>
            <pc:sldMk cId="4271112717" sldId="502"/>
            <ac:picMk id="15" creationId="{B4684431-6CAF-C339-8F7A-DB5CA1CF769F}"/>
          </ac:picMkLst>
        </pc:picChg>
        <pc:picChg chg="del">
          <ac:chgData name="Guillaume Saint-Pierre" userId="ab4a63aca6b51c61" providerId="LiveId" clId="{BE8D0D60-8C36-F34B-A741-E0CA1BE99B02}" dt="2025-05-30T22:44:27.266" v="5058" actId="478"/>
          <ac:picMkLst>
            <pc:docMk/>
            <pc:sldMk cId="4271112717" sldId="502"/>
            <ac:picMk id="16" creationId="{2B1A6366-06C3-102E-7706-566DDC8A0F4D}"/>
          </ac:picMkLst>
        </pc:picChg>
        <pc:picChg chg="add mod">
          <ac:chgData name="Guillaume Saint-Pierre" userId="ab4a63aca6b51c61" providerId="LiveId" clId="{BE8D0D60-8C36-F34B-A741-E0CA1BE99B02}" dt="2025-05-30T22:49:25.871" v="5113" actId="14100"/>
          <ac:picMkLst>
            <pc:docMk/>
            <pc:sldMk cId="4271112717" sldId="502"/>
            <ac:picMk id="18" creationId="{1C8B0302-FA38-C593-20B1-AE4713B5C7B5}"/>
          </ac:picMkLst>
        </pc:picChg>
        <pc:picChg chg="add mod">
          <ac:chgData name="Guillaume Saint-Pierre" userId="ab4a63aca6b51c61" providerId="LiveId" clId="{BE8D0D60-8C36-F34B-A741-E0CA1BE99B02}" dt="2025-05-30T22:49:31.238" v="5115" actId="14100"/>
          <ac:picMkLst>
            <pc:docMk/>
            <pc:sldMk cId="4271112717" sldId="502"/>
            <ac:picMk id="22" creationId="{2A78F5A5-F311-B34F-045C-FAFCAA2FB054}"/>
          </ac:picMkLst>
        </pc:picChg>
        <pc:picChg chg="add mod">
          <ac:chgData name="Guillaume Saint-Pierre" userId="ab4a63aca6b51c61" providerId="LiveId" clId="{BE8D0D60-8C36-F34B-A741-E0CA1BE99B02}" dt="2025-05-30T22:49:33.287" v="5116" actId="1076"/>
          <ac:picMkLst>
            <pc:docMk/>
            <pc:sldMk cId="4271112717" sldId="502"/>
            <ac:picMk id="24" creationId="{3A365152-CEF1-8011-FD20-814158F700BB}"/>
          </ac:picMkLst>
        </pc:picChg>
        <pc:picChg chg="del">
          <ac:chgData name="Guillaume Saint-Pierre" userId="ab4a63aca6b51c61" providerId="LiveId" clId="{BE8D0D60-8C36-F34B-A741-E0CA1BE99B02}" dt="2025-05-30T22:44:36.306" v="5066" actId="478"/>
          <ac:picMkLst>
            <pc:docMk/>
            <pc:sldMk cId="4271112717" sldId="502"/>
            <ac:picMk id="25" creationId="{C87B2E31-3E14-EC2E-1FCC-8FADC302A192}"/>
          </ac:picMkLst>
        </pc:picChg>
        <pc:picChg chg="add mod modCrop">
          <ac:chgData name="Guillaume Saint-Pierre" userId="ab4a63aca6b51c61" providerId="LiveId" clId="{BE8D0D60-8C36-F34B-A741-E0CA1BE99B02}" dt="2025-05-30T22:50:11.827" v="5121" actId="732"/>
          <ac:picMkLst>
            <pc:docMk/>
            <pc:sldMk cId="4271112717" sldId="502"/>
            <ac:picMk id="30" creationId="{72DDF5E4-0107-4320-5663-8189C33272C7}"/>
          </ac:picMkLst>
        </pc:picChg>
        <pc:picChg chg="del">
          <ac:chgData name="Guillaume Saint-Pierre" userId="ab4a63aca6b51c61" providerId="LiveId" clId="{BE8D0D60-8C36-F34B-A741-E0CA1BE99B02}" dt="2025-05-30T22:44:33.315" v="5063" actId="478"/>
          <ac:picMkLst>
            <pc:docMk/>
            <pc:sldMk cId="4271112717" sldId="502"/>
            <ac:picMk id="31" creationId="{89FFF265-DEB7-D598-152F-F0784D8AB145}"/>
          </ac:picMkLst>
        </pc:picChg>
        <pc:picChg chg="del">
          <ac:chgData name="Guillaume Saint-Pierre" userId="ab4a63aca6b51c61" providerId="LiveId" clId="{BE8D0D60-8C36-F34B-A741-E0CA1BE99B02}" dt="2025-05-30T22:44:34.300" v="5064" actId="478"/>
          <ac:picMkLst>
            <pc:docMk/>
            <pc:sldMk cId="4271112717" sldId="502"/>
            <ac:picMk id="33" creationId="{73EA0374-9121-ACB1-11F1-F9BDDDA861C3}"/>
          </ac:picMkLst>
        </pc:picChg>
        <pc:picChg chg="add mod">
          <ac:chgData name="Guillaume Saint-Pierre" userId="ab4a63aca6b51c61" providerId="LiveId" clId="{BE8D0D60-8C36-F34B-A741-E0CA1BE99B02}" dt="2025-05-30T22:50:29.206" v="5125" actId="1076"/>
          <ac:picMkLst>
            <pc:docMk/>
            <pc:sldMk cId="4271112717" sldId="502"/>
            <ac:picMk id="36" creationId="{CEF5C7F3-0641-E5B9-C98A-4F91EF72C217}"/>
          </ac:picMkLst>
        </pc:picChg>
      </pc:sldChg>
      <pc:sldChg chg="addSp delSp modSp add mod ord">
        <pc:chgData name="Guillaume Saint-Pierre" userId="ab4a63aca6b51c61" providerId="LiveId" clId="{BE8D0D60-8C36-F34B-A741-E0CA1BE99B02}" dt="2025-05-31T11:45:31.535" v="6308" actId="20577"/>
        <pc:sldMkLst>
          <pc:docMk/>
          <pc:sldMk cId="1604431465" sldId="503"/>
        </pc:sldMkLst>
        <pc:spChg chg="mod">
          <ac:chgData name="Guillaume Saint-Pierre" userId="ab4a63aca6b51c61" providerId="LiveId" clId="{BE8D0D60-8C36-F34B-A741-E0CA1BE99B02}" dt="2025-05-31T09:05:40.734" v="5790" actId="20577"/>
          <ac:spMkLst>
            <pc:docMk/>
            <pc:sldMk cId="1604431465" sldId="503"/>
            <ac:spMk id="3" creationId="{AAF0FBE2-005B-6630-5210-98BF6BAEEE7B}"/>
          </ac:spMkLst>
        </pc:spChg>
        <pc:spChg chg="add mod">
          <ac:chgData name="Guillaume Saint-Pierre" userId="ab4a63aca6b51c61" providerId="LiveId" clId="{BE8D0D60-8C36-F34B-A741-E0CA1BE99B02}" dt="2025-05-30T22:52:45.537" v="5143" actId="1076"/>
          <ac:spMkLst>
            <pc:docMk/>
            <pc:sldMk cId="1604431465" sldId="503"/>
            <ac:spMk id="4" creationId="{374AC25C-BFBB-DA40-7AA1-74D579E20DCC}"/>
          </ac:spMkLst>
        </pc:spChg>
        <pc:spChg chg="add mod">
          <ac:chgData name="Guillaume Saint-Pierre" userId="ab4a63aca6b51c61" providerId="LiveId" clId="{BE8D0D60-8C36-F34B-A741-E0CA1BE99B02}" dt="2025-05-31T08:51:51.511" v="5463" actId="1076"/>
          <ac:spMkLst>
            <pc:docMk/>
            <pc:sldMk cId="1604431465" sldId="503"/>
            <ac:spMk id="12" creationId="{9AE72800-065C-0089-2BD2-95A97B3CBFD0}"/>
          </ac:spMkLst>
        </pc:spChg>
        <pc:spChg chg="add mod">
          <ac:chgData name="Guillaume Saint-Pierre" userId="ab4a63aca6b51c61" providerId="LiveId" clId="{BE8D0D60-8C36-F34B-A741-E0CA1BE99B02}" dt="2025-05-31T11:45:31.535" v="6308" actId="20577"/>
          <ac:spMkLst>
            <pc:docMk/>
            <pc:sldMk cId="1604431465" sldId="503"/>
            <ac:spMk id="15" creationId="{E6C6162B-EF30-C2BB-3DD7-20E76060C5F0}"/>
          </ac:spMkLst>
        </pc:spChg>
        <pc:picChg chg="add del mod">
          <ac:chgData name="Guillaume Saint-Pierre" userId="ab4a63aca6b51c61" providerId="LiveId" clId="{BE8D0D60-8C36-F34B-A741-E0CA1BE99B02}" dt="2025-05-31T10:54:22.567" v="5930" actId="478"/>
          <ac:picMkLst>
            <pc:docMk/>
            <pc:sldMk cId="1604431465" sldId="503"/>
            <ac:picMk id="2" creationId="{7454BDE2-29D0-BE8E-536F-EAF73C3A2D05}"/>
          </ac:picMkLst>
        </pc:picChg>
        <pc:picChg chg="add del mod">
          <ac:chgData name="Guillaume Saint-Pierre" userId="ab4a63aca6b51c61" providerId="LiveId" clId="{BE8D0D60-8C36-F34B-A741-E0CA1BE99B02}" dt="2025-05-30T22:52:43.052" v="5142" actId="478"/>
          <ac:picMkLst>
            <pc:docMk/>
            <pc:sldMk cId="1604431465" sldId="503"/>
            <ac:picMk id="7" creationId="{8C74CA4B-36AC-1353-97C6-6296213B02ED}"/>
          </ac:picMkLst>
        </pc:picChg>
        <pc:picChg chg="mod">
          <ac:chgData name="Guillaume Saint-Pierre" userId="ab4a63aca6b51c61" providerId="LiveId" clId="{BE8D0D60-8C36-F34B-A741-E0CA1BE99B02}" dt="2025-05-31T08:51:25.388" v="5445" actId="14100"/>
          <ac:picMkLst>
            <pc:docMk/>
            <pc:sldMk cId="1604431465" sldId="503"/>
            <ac:picMk id="10" creationId="{8E297C0B-9176-7462-DA18-E94D271C14C2}"/>
          </ac:picMkLst>
        </pc:picChg>
        <pc:picChg chg="add mod">
          <ac:chgData name="Guillaume Saint-Pierre" userId="ab4a63aca6b51c61" providerId="LiveId" clId="{BE8D0D60-8C36-F34B-A741-E0CA1BE99B02}" dt="2025-05-31T10:54:35.225" v="5935" actId="1076"/>
          <ac:picMkLst>
            <pc:docMk/>
            <pc:sldMk cId="1604431465" sldId="503"/>
            <ac:picMk id="14" creationId="{E94DB77A-0344-D1A1-BFBC-FCEDD93F51F5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9:30.459" v="6555"/>
        <pc:sldMkLst>
          <pc:docMk/>
          <pc:sldMk cId="943330866" sldId="504"/>
        </pc:sldMkLst>
        <pc:spChg chg="mod">
          <ac:chgData name="Guillaume Saint-Pierre" userId="ab4a63aca6b51c61" providerId="LiveId" clId="{BE8D0D60-8C36-F34B-A741-E0CA1BE99B02}" dt="2025-05-30T23:02:57.101" v="5314" actId="20577"/>
          <ac:spMkLst>
            <pc:docMk/>
            <pc:sldMk cId="943330866" sldId="504"/>
            <ac:spMk id="11" creationId="{8A384A34-F4D8-C342-487D-A5303F39EEA8}"/>
          </ac:spMkLst>
        </pc:spChg>
        <pc:spChg chg="mod">
          <ac:chgData name="Guillaume Saint-Pierre" userId="ab4a63aca6b51c61" providerId="LiveId" clId="{BE8D0D60-8C36-F34B-A741-E0CA1BE99B02}" dt="2025-05-31T11:58:34.135" v="6539" actId="20577"/>
          <ac:spMkLst>
            <pc:docMk/>
            <pc:sldMk cId="943330866" sldId="504"/>
            <ac:spMk id="15" creationId="{71AC6F80-5601-462C-C225-08962444FF3E}"/>
          </ac:spMkLst>
        </pc:spChg>
        <pc:spChg chg="add mod">
          <ac:chgData name="Guillaume Saint-Pierre" userId="ab4a63aca6b51c61" providerId="LiveId" clId="{BE8D0D60-8C36-F34B-A741-E0CA1BE99B02}" dt="2025-05-31T09:11:31.290" v="5848" actId="1076"/>
          <ac:spMkLst>
            <pc:docMk/>
            <pc:sldMk cId="943330866" sldId="504"/>
            <ac:spMk id="16" creationId="{1B9CECDE-1386-674F-790F-ACEA4CB9D196}"/>
          </ac:spMkLst>
        </pc:spChg>
        <pc:spChg chg="add mod">
          <ac:chgData name="Guillaume Saint-Pierre" userId="ab4a63aca6b51c61" providerId="LiveId" clId="{BE8D0D60-8C36-F34B-A741-E0CA1BE99B02}" dt="2025-05-31T09:11:25.795" v="5846" actId="1076"/>
          <ac:spMkLst>
            <pc:docMk/>
            <pc:sldMk cId="943330866" sldId="504"/>
            <ac:spMk id="17" creationId="{A888CADB-E94C-7399-BABE-39B27A82B508}"/>
          </ac:spMkLst>
        </pc:spChg>
        <pc:spChg chg="add mod">
          <ac:chgData name="Guillaume Saint-Pierre" userId="ab4a63aca6b51c61" providerId="LiveId" clId="{BE8D0D60-8C36-F34B-A741-E0CA1BE99B02}" dt="2025-05-31T11:59:30.459" v="6555"/>
          <ac:spMkLst>
            <pc:docMk/>
            <pc:sldMk cId="943330866" sldId="504"/>
            <ac:spMk id="18" creationId="{2EA085D3-DBE4-4599-56AB-C8D2B7BE1776}"/>
          </ac:spMkLst>
        </pc:spChg>
        <pc:picChg chg="add mod">
          <ac:chgData name="Guillaume Saint-Pierre" userId="ab4a63aca6b51c61" providerId="LiveId" clId="{BE8D0D60-8C36-F34B-A741-E0CA1BE99B02}" dt="2025-05-30T23:02:43.922" v="5269" actId="14100"/>
          <ac:picMkLst>
            <pc:docMk/>
            <pc:sldMk cId="943330866" sldId="504"/>
            <ac:picMk id="2" creationId="{3FB58A3A-4652-7284-5B8B-4975D687AD3D}"/>
          </ac:picMkLst>
        </pc:picChg>
        <pc:picChg chg="del">
          <ac:chgData name="Guillaume Saint-Pierre" userId="ab4a63aca6b51c61" providerId="LiveId" clId="{BE8D0D60-8C36-F34B-A741-E0CA1BE99B02}" dt="2025-05-30T23:02:39.791" v="5267" actId="478"/>
          <ac:picMkLst>
            <pc:docMk/>
            <pc:sldMk cId="943330866" sldId="504"/>
            <ac:picMk id="3" creationId="{DE2ED6FC-4342-791B-D3CB-8E56F8CD7303}"/>
          </ac:picMkLst>
        </pc:picChg>
        <pc:picChg chg="add del mod">
          <ac:chgData name="Guillaume Saint-Pierre" userId="ab4a63aca6b51c61" providerId="LiveId" clId="{BE8D0D60-8C36-F34B-A741-E0CA1BE99B02}" dt="2025-05-30T23:05:55.843" v="5316" actId="478"/>
          <ac:picMkLst>
            <pc:docMk/>
            <pc:sldMk cId="943330866" sldId="504"/>
            <ac:picMk id="14" creationId="{E2E30851-4984-E2F3-445B-3F7D381390B8}"/>
          </ac:picMkLst>
        </pc:picChg>
      </pc:sldChg>
      <pc:sldChg chg="addSp delSp modSp add mod">
        <pc:chgData name="Guillaume Saint-Pierre" userId="ab4a63aca6b51c61" providerId="LiveId" clId="{BE8D0D60-8C36-F34B-A741-E0CA1BE99B02}" dt="2025-05-31T11:59:32.231" v="6556"/>
        <pc:sldMkLst>
          <pc:docMk/>
          <pc:sldMk cId="2807679609" sldId="505"/>
        </pc:sldMkLst>
        <pc:spChg chg="mod">
          <ac:chgData name="Guillaume Saint-Pierre" userId="ab4a63aca6b51c61" providerId="LiveId" clId="{BE8D0D60-8C36-F34B-A741-E0CA1BE99B02}" dt="2025-05-31T09:10:51.398" v="5836" actId="1076"/>
          <ac:spMkLst>
            <pc:docMk/>
            <pc:sldMk cId="2807679609" sldId="505"/>
            <ac:spMk id="11" creationId="{FF708ADC-4531-67E3-D217-D683FA189068}"/>
          </ac:spMkLst>
        </pc:spChg>
        <pc:spChg chg="mod">
          <ac:chgData name="Guillaume Saint-Pierre" userId="ab4a63aca6b51c61" providerId="LiveId" clId="{BE8D0D60-8C36-F34B-A741-E0CA1BE99B02}" dt="2025-05-31T11:58:39.377" v="6542" actId="20577"/>
          <ac:spMkLst>
            <pc:docMk/>
            <pc:sldMk cId="2807679609" sldId="505"/>
            <ac:spMk id="15" creationId="{C67EA5D6-B250-6137-05A9-5CCF31382AF0}"/>
          </ac:spMkLst>
        </pc:spChg>
        <pc:spChg chg="add mod">
          <ac:chgData name="Guillaume Saint-Pierre" userId="ab4a63aca6b51c61" providerId="LiveId" clId="{BE8D0D60-8C36-F34B-A741-E0CA1BE99B02}" dt="2025-05-31T09:11:13.098" v="5844" actId="1076"/>
          <ac:spMkLst>
            <pc:docMk/>
            <pc:sldMk cId="2807679609" sldId="505"/>
            <ac:spMk id="16" creationId="{7D84D8E6-2575-652C-ACA7-5E70F1102962}"/>
          </ac:spMkLst>
        </pc:spChg>
        <pc:spChg chg="add mod">
          <ac:chgData name="Guillaume Saint-Pierre" userId="ab4a63aca6b51c61" providerId="LiveId" clId="{BE8D0D60-8C36-F34B-A741-E0CA1BE99B02}" dt="2025-05-31T09:11:17.716" v="5845" actId="1076"/>
          <ac:spMkLst>
            <pc:docMk/>
            <pc:sldMk cId="2807679609" sldId="505"/>
            <ac:spMk id="17" creationId="{4BCA4C3A-F37A-D5B7-9EB7-67DC1C5DE7F2}"/>
          </ac:spMkLst>
        </pc:spChg>
        <pc:spChg chg="add mod">
          <ac:chgData name="Guillaume Saint-Pierre" userId="ab4a63aca6b51c61" providerId="LiveId" clId="{BE8D0D60-8C36-F34B-A741-E0CA1BE99B02}" dt="2025-05-31T11:59:32.231" v="6556"/>
          <ac:spMkLst>
            <pc:docMk/>
            <pc:sldMk cId="2807679609" sldId="505"/>
            <ac:spMk id="18" creationId="{2EBD1E0D-F972-D40B-8607-A81CBE581BB1}"/>
          </ac:spMkLst>
        </pc:spChg>
        <pc:picChg chg="del">
          <ac:chgData name="Guillaume Saint-Pierre" userId="ab4a63aca6b51c61" providerId="LiveId" clId="{BE8D0D60-8C36-F34B-A741-E0CA1BE99B02}" dt="2025-05-30T23:06:00.529" v="5318" actId="478"/>
          <ac:picMkLst>
            <pc:docMk/>
            <pc:sldMk cId="2807679609" sldId="505"/>
            <ac:picMk id="2" creationId="{A24B7CEB-36E3-5336-BD4F-DD924E3F61E5}"/>
          </ac:picMkLst>
        </pc:picChg>
        <pc:picChg chg="add mod">
          <ac:chgData name="Guillaume Saint-Pierre" userId="ab4a63aca6b51c61" providerId="LiveId" clId="{BE8D0D60-8C36-F34B-A741-E0CA1BE99B02}" dt="2025-05-30T23:08:18.151" v="5338" actId="14100"/>
          <ac:picMkLst>
            <pc:docMk/>
            <pc:sldMk cId="2807679609" sldId="505"/>
            <ac:picMk id="3" creationId="{35695D00-D899-854A-21DF-09FAF84E8F9D}"/>
          </ac:picMkLst>
        </pc:picChg>
        <pc:picChg chg="add mod modCrop">
          <ac:chgData name="Guillaume Saint-Pierre" userId="ab4a63aca6b51c61" providerId="LiveId" clId="{BE8D0D60-8C36-F34B-A741-E0CA1BE99B02}" dt="2025-05-30T23:08:14.110" v="5336" actId="1076"/>
          <ac:picMkLst>
            <pc:docMk/>
            <pc:sldMk cId="2807679609" sldId="505"/>
            <ac:picMk id="14" creationId="{097E9A71-45E4-F108-9508-502E5F8F4B8B}"/>
          </ac:picMkLst>
        </pc:picChg>
      </pc:sldChg>
      <pc:sldChg chg="add del">
        <pc:chgData name="Guillaume Saint-Pierre" userId="ab4a63aca6b51c61" providerId="LiveId" clId="{BE8D0D60-8C36-F34B-A741-E0CA1BE99B02}" dt="2025-05-31T11:44:10.370" v="6286"/>
        <pc:sldMkLst>
          <pc:docMk/>
          <pc:sldMk cId="3492744021" sldId="5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NAME EVENT / NAME PRESENTATION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5E91-54C5-BF47-91BF-2E2A520F920D}" type="datetime1">
              <a:rPr lang="fr-CH" smtClean="0">
                <a:latin typeface="Arial" panose="020B0604020202020204" pitchFamily="34" charset="0"/>
              </a:rPr>
              <a:t>30.05.25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Speaker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‹N°›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0518" y="619273"/>
            <a:ext cx="6436964" cy="36207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210518" y="4400549"/>
            <a:ext cx="6436964" cy="420100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08DC05-305F-594F-9F18-9CF1E4DB5A2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43D6B9-C04C-0640-9F0E-12EE3DC37A82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2F41A5-B12E-1843-83F7-B86B38C0CE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4D206A73-DDB0-2740-9475-00E48E475A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4361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CF6F0F-0743-FC4F-9812-CDC95ADDA20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3241088-C2C4-7542-A8A9-0D3F4F6B01D1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D5EA72-D73A-984E-A1D2-6489D14F88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D124C3AA-8529-7148-85CC-AA20B903C2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717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7BA0-D89E-81B4-4D07-B441F906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0F2C53-37B5-1297-198F-C0ECBA537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9FA481-3D77-C02D-7E8F-5025E778A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95059E6A-8768-1DA0-F841-58EFFF79F3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2FE981-AE89-5001-6BCD-0AB3F60221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03DC5E-A3A4-D952-3EC1-F9DE82AE34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233A0D-2DD9-01C8-C7AC-1C968CC70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666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9405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5056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20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5335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3604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764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1537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6683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9632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0977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0353-0F97-CF53-00B6-61023A03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BAE075-AB51-FAD0-1F0D-CCC3AFE79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0D4DE8-01DA-5CB9-C734-D78C4CA4A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507B0FD2-0E23-D8AC-404A-FA16499731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94C0B6-BD4F-7AD1-A41B-509EEDE3313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78A2A6-2B86-E987-9947-CAACD4746B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81FD23-6F6F-97F9-3707-046AC714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3169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0B24-4518-B6B3-9B93-007868EA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2B45CA-BEB9-F102-5EEC-AB29F4528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F5C1B0-1628-443B-FC85-7E24D8F2B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197297B5-BE4C-9CD0-FA58-AD2A7C1CD2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797891-226B-7FA6-6534-7A6BF4DACD3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688ADD-3BF0-A733-CA84-8441D1E20F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1D17EE-AB46-5B76-DA75-6D30DA98A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980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5907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6C5F-BDFC-A6B8-1EA4-EF825ECB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4AA1C9-2579-975B-299E-F0793A9F2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A413D3-7AB3-414D-3B3A-112F6194C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47DE1FCD-19E4-CAA6-505A-76EBF872ED3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0B8FF0-D57A-940D-3597-DE30DA7948D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CBE908-7B3B-7FD0-63AB-7DF39FAA7D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4FAB7A-FCE3-E4CE-2763-11BFFEAD6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9140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9790-656C-7213-982D-8F4B1AE1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03653B-EB2D-376F-6AED-4289B3AB4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95486F-B75F-B84B-D682-CB63CB886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17E69436-5E75-A4D5-6CF4-BF6D9199B3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CAD434-A0C9-1346-731F-AB2C6FDEB68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95EDBE-4C92-206D-832F-AB49D92B53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1D5DAC-5BFD-04DA-2D9E-E82660519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4240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1CE0-6129-C744-F8EB-71A9A303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216B20-ED0B-ECD6-C6F7-E4642D8B8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3B20D9-4836-E274-B6B0-196DADFDD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FA4F6C30-A8B6-335D-6D4C-A7FC5E189AA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63D2B5-3A8A-AA80-7BE7-CCBB2CC6BA4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D60B67-0E9E-DDB7-36B8-9EE10037A7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CAF708-AABE-EC7E-7A99-158799A85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9105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F999-D2F9-5876-F177-429EB347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2BAEA8-9864-0271-2335-CC2F55E3B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9799E30-AD82-9AE5-5064-9AEDAB527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E022D558-145A-AFEA-061B-289274A09E5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BB042C-5E87-43AD-4298-2FBD384F9D2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EF6505-33AD-C448-4BE5-463925692F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CBD82D-068B-A22F-61DF-EC4D3FFEA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155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41E-8B50-D8DC-E9E4-928F6D65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90E5D2-7210-61C3-95D4-E98218DCD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C37A9F-CDA8-BC59-F099-78136E718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E5208233-748F-97D4-90D2-4F675CFC12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97F4E3-FECD-1DC6-F611-9C4870854B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A6C71B-7FE9-5D5A-DDB6-92BC1957B9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881336-0B59-A4CA-622B-52158EA52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5283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5C3B8-4D09-E7C2-D8BA-F3E1FDC3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1BC2C8-06CA-F8C2-A826-781E126D5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C70AC3-E244-333B-902B-FFEB2365C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C3BAA04C-F668-7611-72EE-8A82D6F9CA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4605ED-77EA-97E4-D834-999ECFBE40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3FF6AC-8EF1-8348-9C83-61D81FE2D4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94F025-0B4F-D437-AC58-93F3D04CD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4952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9835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55679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6585-9333-95B6-CFFD-218F9F3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41724B-A529-AB6A-C321-0D83C165D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2029A2-F95D-9055-C618-F3FE0AF2E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C7E1A4F2-9D6A-1202-D9FA-8D8D8ADDB2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63A929-0655-4AC9-AACC-063D99C37A0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01A0BC-C9AD-E230-5AB3-461B961826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87B95D-3264-2112-16B9-E8E93FF97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7422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5D70-EEB4-DAB2-B5AA-3CFDAD47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57A95F-3A2E-F934-BA3B-E54D36D3A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0CD6AF-3237-0477-2A7A-683EA7B12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681F6156-0BCD-C01C-E6FC-B477B96B5E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3D0D87-1A8A-221C-D5E8-74F504347DC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9287C2-D7EE-47D9-D6F7-080577E55B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362921-5E05-5760-A899-37F704A40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07111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28DD-61A7-3E6E-B48E-09909443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C861E4-9187-F2F0-C2F8-9860CAF72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72018A-73EA-7F71-3421-C59EDFEAB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CEB9DEEE-33C6-2EE0-A814-85473A45083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8DE5D3-0008-00BC-60F8-09C09A3E6EE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2C0FB0-D7FD-A980-EF0C-CC51D26998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DB4804-968B-53C6-932E-6A7BDEF3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05571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BB4DC-CABA-A8C1-A20A-8DFB66B4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4F20E55-6080-7164-682E-562D89BFE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F39977-D4B5-829C-B135-747F18676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3DC6F7F8-EE7F-7B4C-495C-DE4E69F7719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40B6D1-492F-09E7-9640-24ED650B8FC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8E0F01-FE0B-D4DC-8ED4-DC2A44D23B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62521A-2423-369B-BEA4-3D615F79E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46441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138F-8475-39B8-DA7D-6376F5B5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D9ED8C-4915-31FA-FD5C-E581D98B9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5A883B-3C67-E1B4-730E-427F8513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FB50B78D-24AF-00E3-9D91-055A6D9305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0C0E8A-9734-AB20-9CC3-A769BD7A70E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711D88-2E38-3908-F35D-BB61E83300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DD54D1-E693-BE3A-1CC9-BCCB527D5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657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3DAB-3FCA-34B0-93A3-EE89BB07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2E41E8-8AFA-9426-B79B-0E161C1C0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2D2A62-4802-B345-9CDB-6B94444B4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03ED4C47-9C8E-97E4-A137-D7008C61B74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A2C833-F92F-EFFB-3EFA-B342F2CFFB6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22A7A2-54C7-C760-DEF9-5A48FCAF06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65557B-B05F-DD06-4179-D4B55FCFC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50533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6985-B5AF-D79F-1564-C18C22F0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9079B4-1939-29EE-054C-B50F380BA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9C32EC-A561-1D1E-AEDA-66C5A9295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77584594-DF77-6CA2-D9C9-093F2578364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2B8C8A-8CED-1DDC-889E-A7FCCB9D2FB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2DC56-F0B7-6F06-C0BB-F4C43CE3FA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749276-47B9-9BA8-A9B3-77EF7B0DC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92071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4847-DEF9-883D-A4BA-BE07F134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D91E1B1-32AD-4A34-0198-5A4D74B57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177CA9-57A5-86DD-7A7A-362AB183B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7BD8DBF5-9D0B-F9A3-3366-E5CE28358CE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B31DC3-7826-6523-D22C-4336FCA18C1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8AF521-7E27-9EEB-26E2-9C1971841F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9F57D3-AB6D-068F-FD89-837F78ABE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23394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F8FB-AB43-29FF-EE78-6ECC171C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FD2B73-6E6F-09A8-3764-8890A3700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C86CDB2-817D-8F37-633D-FB92D9B85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CE6ABFCC-41CA-B6D2-ADBA-2A0FB2EA259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2CDD3B-A9C3-C8F4-37C5-5115F97B36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D8D3E7-AEFB-0686-D437-3DE6A0762C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949A87-5F31-6C1C-8C17-EDD6B8353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397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3FAF-99FB-CF15-298D-83FE1A93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4E81F0-F01B-0F64-C3C9-F1EA961B8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2B2F2B-E5F4-B5F3-6703-B6AF9468F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471C49D5-6D0A-EF13-B473-0BECEDB35F6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933AAF-978F-DFBE-5404-D97D2FC91C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C32F5A-3E11-3D21-BC3F-0A05288DA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CA704D-1B3E-49DB-E308-D60631D68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2445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0F0E-6CAB-0384-DA26-90E10B8A6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586F7E3-E2E9-232A-98EC-24384D4CD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F35992-C37B-517E-C861-BF26B6C10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C8F46F3A-D535-E43A-0772-0B3C5C544A6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572A0D-9E2E-91E3-E29A-6813681E15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D89EAF-C84A-DD2A-ECC9-1D7CE49F0A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12FB71-2856-F885-C1B6-C7961499F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7596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CC05-4522-D80A-1AF8-DEC4AA39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78179A-B84C-B04A-C6A8-7B134A9EE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10EDAA-D6A6-D474-A4A7-06E12A2DC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1CC68AA6-872B-B5FC-B038-3E4702850A3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A3726-E456-690D-C6D5-CDF9DD75A8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D17520-5452-B21B-BDE1-A9E644BDB0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CB29B1-23DE-D9D5-03B8-BF5E9FA1E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43581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22624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630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35CB-984D-B764-855D-029AC1CD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294F8F-5AC4-F3D9-6FEA-17ABE5564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554896-381F-2428-FCCB-79F22C361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BF2A3F88-36FB-5723-6ECC-A2A051F6593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0B8D59-4B38-C87B-931F-EDDD336992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39CC0C-7BA7-061D-B473-96B385340B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500510-EC6E-0D74-35BC-C213C8331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22910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1102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32093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6037-3D60-7F06-85B5-A46AC9A6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F30ECF3-A4E3-0529-E3C7-44685EC3D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886E9B-221C-831B-22A2-0AE75D461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B4161398-E254-EF1E-AC7F-ABC1082D693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72FC7B-F679-6876-3540-83CB9786EA0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F404BD-8438-6581-46D0-697F919552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CA10F5-C807-2FF3-42C1-066269A1F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97309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55F0-424B-427E-586D-A62C99D8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4D1466B-6509-63A7-3FA7-4341B1383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1769CD-08E6-4888-FFEE-BCB674A4F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677BB76A-13FA-6893-A90E-6EBF039F09B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A761A0-A1FE-0DE2-6805-CB301342053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FD85B0-9285-E480-3F92-4E06CF5DD8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11935B-E974-FB07-C4A1-EA386AAD9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0974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89474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129E-E346-8C11-DAEA-0585BE33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C3BF82-0242-5FFE-1C13-04D8A83E4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F38E9D-CEB1-78FF-0990-F04379941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46B01CB9-8A96-3B83-FAAC-C5378A2CE8D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359F93-AD01-E8BE-6128-5481678850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A1273A-3FA4-AB68-63F5-0FFE44739D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7822A7-9B2A-9C5F-A7E2-C5E282301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5765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9BE8-12DE-7104-E252-98D07ED2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463014-57FA-0572-F5F9-37C8554D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C55AA3-E3F8-EC82-C7F8-1F55038EA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E5B708E7-5E24-774D-A8EC-EC46E5F14E0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F73E84-8EB5-9D2E-D974-E8A9ECF053E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814941-EDD6-5C39-789C-73EC5F859A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9EBCFD-D69F-32BE-C9F9-17E138B1F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6076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C5241-0C52-390C-EB17-389F7ADE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668F46-8038-1BE5-C208-472E5D66F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F50025-B549-FF05-DE85-8E38042E4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9B600489-FFA7-37F7-5A75-287C71ECB2C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12F4A1-97C3-41D5-A2E7-8A6F04FB40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FB3CCC-C6AC-6C78-D4C9-8BD4D709AF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5E2384-74C9-EE1A-6D13-1FE58C303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0808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6F8A-754C-90DE-37D9-EC24DCED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1CC323-FEFE-776B-4738-A07551ADA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6D8577-4C50-585D-5D88-940572A1A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BCC9E5A6-4B84-23C5-2E27-5C3889026C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2E8B50-86B4-8D44-2600-B23DFEB0869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601124-6CE9-C1D1-2C68-D672124233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9A06A9-43B2-7EE7-07A9-B09D1188A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98582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0762-1294-DED4-2F17-9728A65F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462AAE0-67DE-41E0-A713-ECEFA5876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B389E0-5CB7-A0E1-6488-883ABCCF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960AF0D2-C509-D907-4C46-738CCB2420E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AB99A9-95CE-472D-98D9-8167D034EAA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16A2A7-E685-5D60-A9F5-A95ED46129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21C763-378F-C885-9A2E-DF5B36EFC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60909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D001-D1BF-7403-4D66-FA518F8A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E261C9-A659-F174-44FF-7BAD93152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2451EF-3F82-89D1-4890-719D02CEA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0F2D1527-2735-670F-381B-67337EF1255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5D15C4-F858-2DE9-61A3-30666F9967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888B6D-3B56-49A0-29D3-553B7015B3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A6FBF6-7F60-9C66-F028-5BC99DB5E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1654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BF2A-0CA8-7287-27F6-38E986FE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69B25CA-42D1-56B1-BF4B-755DE96AF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C90190-33B6-CDF6-5F92-13AB9C68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569D4D9D-108B-7653-482B-37AD80D7AC8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C7E55D-36CC-2746-CC96-0BA93FBE89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31.05.25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23EC02-C847-F950-BE56-7379CD0D5B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23E884-9247-D5C7-C515-DC09C5926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6923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08B6-3370-CA91-AF41-724E0CB1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FBB43B-03D5-2D9A-F866-94A988E4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D6724F-2D4D-3F77-7335-BEEC4B35F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9012D51C-F11A-E93B-5AFE-9B4B3BDE9E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C945E2-2484-01DD-F10B-4465CCF2E86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250094-D495-F186-B7F0-F04D88D3E6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7EDCED-C35F-6CF9-DF4D-8898DAE11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45179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592138"/>
            <a:ext cx="6435725" cy="36210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210518" y="4587875"/>
            <a:ext cx="6436964" cy="401368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1CB072-4A5C-F443-84CC-466F6058502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038DCFF-C469-8948-8843-009E4C04A5E3}" type="datetime1">
              <a:rPr lang="fr-CH" smtClean="0"/>
              <a:t>30.05.25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D8310D-B91B-A743-896F-F9845CEF21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1F563D77-70D3-894D-9BAC-6BBC60FA11C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547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Facul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en-GB" noProof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Modifiez le style du titre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/>
              <a:t>Modifiez le style des sous-titres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en-GB" noProof="0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EPF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5041849-939B-E04F-AABC-A900B2B4E3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25" y="4579268"/>
            <a:ext cx="561543" cy="367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865CD0-FD83-AF44-9C32-763AAD652C05}"/>
              </a:ext>
            </a:extLst>
          </p:cNvPr>
          <p:cNvSpPr/>
          <p:nvPr userDrawn="1"/>
        </p:nvSpPr>
        <p:spPr>
          <a:xfrm rot="16200000">
            <a:off x="89679" y="4591427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5" orient="horz" pos="123">
          <p15:clr>
            <a:srgbClr val="FBAE40"/>
          </p15:clr>
        </p15:guide>
        <p15:guide id="6" orient="horz" pos="3117">
          <p15:clr>
            <a:srgbClr val="FBAE40"/>
          </p15:clr>
        </p15:guide>
        <p15:guide id="7" pos="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595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6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4" y="2571751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448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7955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en-GB" noProof="0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en-GB" noProof="0" dirty="0"/>
              <a:t>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r>
              <a:rPr lang="en-GB" noProof="0" dirty="0"/>
              <a:t>
</a:t>
            </a:r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r>
              <a:rPr lang="en-GB" noProof="0" dirty="0"/>
              <a:t>
</a:t>
            </a:r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 noProof="0"/>
              <a:t>WELCOME TO EPFL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noProof="0"/>
              <a:t>Speaker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en-GB" noProof="0" smtClean="0"/>
              <a:pPr/>
              <a:t>‹N°›</a:t>
            </a:fld>
            <a:endParaRPr lang="en-GB" noProof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4" r:id="rId2"/>
    <p:sldLayoutId id="2147483663" r:id="rId3"/>
    <p:sldLayoutId id="2147483681" r:id="rId4"/>
    <p:sldLayoutId id="2147483673" r:id="rId5"/>
    <p:sldLayoutId id="2147483685" r:id="rId6"/>
    <p:sldLayoutId id="2147483662" r:id="rId7"/>
    <p:sldLayoutId id="2147483674" r:id="rId8"/>
    <p:sldLayoutId id="2147483675" r:id="rId9"/>
    <p:sldLayoutId id="2147483676" r:id="rId10"/>
    <p:sldLayoutId id="2147483664" r:id="rId11"/>
    <p:sldLayoutId id="2147483666" r:id="rId12"/>
    <p:sldLayoutId id="2147483677" r:id="rId13"/>
    <p:sldLayoutId id="2147483678" r:id="rId14"/>
    <p:sldLayoutId id="2147483679" r:id="rId15"/>
    <p:sldLayoutId id="2147483667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0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6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ABCF75AC-7B5E-979D-C2CC-F1EF78295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3" y="786535"/>
            <a:ext cx="2738437" cy="2338387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00094EF-C496-225C-3617-1D752E4BF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Lanceur de balle de Squash – GM BA2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CA0007-AAF1-6C14-5BE9-06307AC80E09}"/>
              </a:ext>
            </a:extLst>
          </p:cNvPr>
          <p:cNvSpPr txBox="1"/>
          <p:nvPr/>
        </p:nvSpPr>
        <p:spPr>
          <a:xfrm>
            <a:off x="2921176" y="702114"/>
            <a:ext cx="6171954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9994" algn="ctr" rtl="0">
              <a:spcAft>
                <a:spcPts val="300"/>
              </a:spcAft>
              <a:buNone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Projet de Construction Mécanique </a:t>
            </a:r>
            <a:endParaRPr lang="fr-FR" sz="2800" b="0" dirty="0">
              <a:effectLst/>
            </a:endParaRPr>
          </a:p>
          <a:p>
            <a:pPr algn="ctr" rtl="0">
              <a:spcAft>
                <a:spcPts val="1600"/>
              </a:spcAft>
              <a:buNone/>
            </a:pPr>
            <a:r>
              <a:rPr lang="fr-FR" sz="20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Section Génie Mécanique</a:t>
            </a:r>
            <a:endParaRPr lang="fr-FR" sz="2000" b="0" dirty="0">
              <a:effectLst/>
            </a:endParaRP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A68ED7CC-FA78-38BB-F110-C4C5C2BA1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78750"/>
              </p:ext>
            </p:extLst>
          </p:nvPr>
        </p:nvGraphicFramePr>
        <p:xfrm>
          <a:off x="3491073" y="3511712"/>
          <a:ext cx="5032158" cy="589280"/>
        </p:xfrm>
        <a:graphic>
          <a:graphicData uri="http://schemas.openxmlformats.org/drawingml/2006/table">
            <a:tbl>
              <a:tblPr/>
              <a:tblGrid>
                <a:gridCol w="2516079">
                  <a:extLst>
                    <a:ext uri="{9D8B030D-6E8A-4147-A177-3AD203B41FA5}">
                      <a16:colId xmlns:a16="http://schemas.microsoft.com/office/drawing/2014/main" val="1178030480"/>
                    </a:ext>
                  </a:extLst>
                </a:gridCol>
                <a:gridCol w="2516079">
                  <a:extLst>
                    <a:ext uri="{9D8B030D-6E8A-4147-A177-3AD203B41FA5}">
                      <a16:colId xmlns:a16="http://schemas.microsoft.com/office/drawing/2014/main" val="983028569"/>
                    </a:ext>
                  </a:extLst>
                </a:gridCol>
              </a:tblGrid>
              <a:tr h="27966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Guillaume Saint-Pierre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400422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Joseph Belamich </a:t>
                      </a: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392444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78839"/>
                  </a:ext>
                </a:extLst>
              </a:tr>
              <a:tr h="269679">
                <a:tc>
                  <a:txBody>
                    <a:bodyPr/>
                    <a:lstStyle/>
                    <a:p>
                      <a:pPr marR="788276" algn="r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Louis Gosset </a:t>
                      </a: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393503 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Ethan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Poullain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392134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847535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45BB94AD-D4A3-20C2-3F6D-EE48DF9B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62" y="4100992"/>
            <a:ext cx="19543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itchFamily="2" charset="77"/>
              </a:rPr>
              <a:t>Date d Rendu :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itchFamily="2" charset="77"/>
              </a:rPr>
              <a:t>01 Juin 2025 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 1" descr="Une image contenant croquis, illustration&#10;&#10;Le contenu généré par l’IA peut être incorrect.">
            <a:extLst>
              <a:ext uri="{FF2B5EF4-FFF2-40B4-BE49-F238E27FC236}">
                <a16:creationId xmlns:a16="http://schemas.microsoft.com/office/drawing/2014/main" id="{F77B9550-D190-496B-51D9-1768CC6A3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471" y="1667092"/>
            <a:ext cx="2515361" cy="1642238"/>
          </a:xfrm>
          <a:prstGeom prst="rect">
            <a:avLst/>
          </a:prstGeom>
        </p:spPr>
      </p:pic>
      <p:pic>
        <p:nvPicPr>
          <p:cNvPr id="5" name="Audio 4">
            <a:extLst>
              <a:ext uri="{FF2B5EF4-FFF2-40B4-BE49-F238E27FC236}">
                <a16:creationId xmlns:a16="http://schemas.microsoft.com/office/drawing/2014/main" id="{6EB32F9B-7812-42BC-EB4B-FB55E64CC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4114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71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92">
        <p:fade/>
      </p:transition>
    </mc:Choice>
    <mc:Fallback>
      <p:transition spd="med" advTm="20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F6448A34-3E66-C515-C3A6-99A3C8825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524" y="886950"/>
            <a:ext cx="7726363" cy="4235757"/>
          </a:xfrm>
        </p:spPr>
        <p:txBody>
          <a:bodyPr/>
          <a:lstStyle/>
          <a:p>
            <a:r>
              <a:rPr lang="fr-FR" dirty="0"/>
              <a:t>1. Introduction</a:t>
            </a:r>
          </a:p>
          <a:p>
            <a:r>
              <a:rPr lang="fr-FR" dirty="0"/>
              <a:t>2. Description et analyse des options de conception</a:t>
            </a:r>
          </a:p>
          <a:p>
            <a:r>
              <a:rPr lang="fr-FR" dirty="0"/>
              <a:t>3. Description et analyse détaillées du mécanisme choisi</a:t>
            </a:r>
          </a:p>
          <a:p>
            <a:r>
              <a:rPr lang="fr-FR" dirty="0"/>
              <a:t>4. Physique du mécanisme et Dimensionnement</a:t>
            </a:r>
          </a:p>
          <a:p>
            <a:r>
              <a:rPr lang="fr-FR" dirty="0"/>
              <a:t>5. Dimensionnement et résistance des éléments de liaisons</a:t>
            </a:r>
          </a:p>
          <a:p>
            <a:r>
              <a:rPr lang="fr-FR" dirty="0"/>
              <a:t>6. Analyse des risques</a:t>
            </a:r>
          </a:p>
          <a:p>
            <a:r>
              <a:rPr lang="fr-FR" dirty="0"/>
              <a:t>7. Matériaux</a:t>
            </a:r>
          </a:p>
          <a:p>
            <a:r>
              <a:rPr lang="fr-FR" dirty="0"/>
              <a:t>8. Usinage des pièces</a:t>
            </a:r>
          </a:p>
          <a:p>
            <a:r>
              <a:rPr lang="fr-FR" dirty="0"/>
              <a:t>9. Procédures d’assemblage</a:t>
            </a:r>
          </a:p>
          <a:p>
            <a:r>
              <a:rPr lang="fr-FR" dirty="0"/>
              <a:t>10. Mode d’emploi</a:t>
            </a:r>
          </a:p>
          <a:p>
            <a:r>
              <a:rPr lang="fr-FR" dirty="0"/>
              <a:t>11. Conclusions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D57F8244-2C9F-D09D-F07C-829AA1D0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99958"/>
            <a:ext cx="3667125" cy="535151"/>
          </a:xfrm>
        </p:spPr>
        <p:txBody>
          <a:bodyPr/>
          <a:lstStyle/>
          <a:p>
            <a:r>
              <a:rPr lang="fr-FR" dirty="0"/>
              <a:t>Tables des matières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0E3543-ADAE-9447-B4E9-0B453CA2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14764" y="282417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44939F-2551-B849-BE3B-52EB15E1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158DD1-EE33-DB49-B7DF-DC7BF0C9BBF2}"/>
              </a:ext>
            </a:extLst>
          </p:cNvPr>
          <p:cNvSpPr txBox="1"/>
          <p:nvPr/>
        </p:nvSpPr>
        <p:spPr>
          <a:xfrm>
            <a:off x="4659923" y="358815"/>
            <a:ext cx="35767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spc="600" dirty="0">
                <a:solidFill>
                  <a:schemeClr val="bg1"/>
                </a:solidFill>
              </a:rPr>
              <a:t>Tables des Matières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319A959B-25B0-90F0-4597-AA6B4C5E0C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5300" y="4114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989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52">
        <p:fade/>
      </p:transition>
    </mc:Choice>
    <mc:Fallback>
      <p:transition spd="med" advTm="75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74B-85EF-A71B-C5DF-49A17D30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2B5FC7-69C5-072D-E700-EA3C74CF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Introduction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F4E856-B3F5-74EF-0C5E-7065C2ACAB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4" name="Image 3" descr="Une image contenant croquis, illustration&#10;&#10;Le contenu généré par l’IA peut être incorrect.">
            <a:extLst>
              <a:ext uri="{FF2B5EF4-FFF2-40B4-BE49-F238E27FC236}">
                <a16:creationId xmlns:a16="http://schemas.microsoft.com/office/drawing/2014/main" id="{3F230383-F461-92FB-93B3-54DBFFBD4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14" y="1165157"/>
            <a:ext cx="4308863" cy="2813185"/>
          </a:xfrm>
          <a:prstGeom prst="rect">
            <a:avLst/>
          </a:prstGeom>
        </p:spPr>
      </p:pic>
      <p:pic>
        <p:nvPicPr>
          <p:cNvPr id="6" name="Audio 5">
            <a:extLst>
              <a:ext uri="{FF2B5EF4-FFF2-40B4-BE49-F238E27FC236}">
                <a16:creationId xmlns:a16="http://schemas.microsoft.com/office/drawing/2014/main" id="{C74C1089-2E55-775B-9823-46E8F9A89F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4114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72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52">
        <p:fade/>
      </p:transition>
    </mc:Choice>
    <mc:Fallback>
      <p:transition spd="med" advTm="75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175FA1D-4757-25C7-37F1-7564D59D5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1798" y="519818"/>
            <a:ext cx="4882250" cy="443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Title 2">
            <a:extLst>
              <a:ext uri="{FF2B5EF4-FFF2-40B4-BE49-F238E27FC236}">
                <a16:creationId xmlns:a16="http://schemas.microsoft.com/office/drawing/2014/main" id="{2F081F86-7FB6-FC49-4E35-F0C55EF9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07404"/>
            <a:ext cx="5457424" cy="345964"/>
          </a:xfrm>
        </p:spPr>
        <p:txBody>
          <a:bodyPr>
            <a:noAutofit/>
          </a:bodyPr>
          <a:lstStyle/>
          <a:p>
            <a:r>
              <a:rPr lang="fr-FR" b="0" i="0" u="none" strike="noStrike" dirty="0">
                <a:solidFill>
                  <a:srgbClr val="434343"/>
                </a:solidFill>
                <a:effectLst/>
                <a:latin typeface="+mj-lt"/>
              </a:rPr>
              <a:t>Cahier des Charges originales</a:t>
            </a:r>
            <a:endParaRPr lang="en-US" dirty="0">
              <a:latin typeface="+mj-lt"/>
            </a:endParaRPr>
          </a:p>
        </p:txBody>
      </p:sp>
      <p:sp>
        <p:nvSpPr>
          <p:cNvPr id="1035" name="Slide Number Placeholder 5">
            <a:extLst>
              <a:ext uri="{FF2B5EF4-FFF2-40B4-BE49-F238E27FC236}">
                <a16:creationId xmlns:a16="http://schemas.microsoft.com/office/drawing/2014/main" id="{79949A92-3185-A3F3-C257-7C3D0A15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4</a:t>
            </a:fld>
            <a:endParaRPr lang="fr-FR"/>
          </a:p>
        </p:txBody>
      </p:sp>
      <p:sp>
        <p:nvSpPr>
          <p:cNvPr id="5" name="Espace réservé de la date 4" hidden="1">
            <a:extLst>
              <a:ext uri="{FF2B5EF4-FFF2-40B4-BE49-F238E27FC236}">
                <a16:creationId xmlns:a16="http://schemas.microsoft.com/office/drawing/2014/main" id="{0B77CD91-6B41-3997-E892-90BC0B8C52B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WELCOME TO EPFL</a:t>
            </a:r>
            <a:endParaRPr lang="fr-FR"/>
          </a:p>
        </p:txBody>
      </p:sp>
      <p:sp>
        <p:nvSpPr>
          <p:cNvPr id="7" name="Espace réservé du numéro de diapositive 6" hidden="1">
            <a:extLst>
              <a:ext uri="{FF2B5EF4-FFF2-40B4-BE49-F238E27FC236}">
                <a16:creationId xmlns:a16="http://schemas.microsoft.com/office/drawing/2014/main" id="{527528E5-B491-A3DE-C68C-A7611F660F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4</a:t>
            </a:fld>
            <a:endParaRPr lang="fr-FR"/>
          </a:p>
        </p:txBody>
      </p:sp>
      <p:sp>
        <p:nvSpPr>
          <p:cNvPr id="2" name="Espace réservé de la date 4">
            <a:extLst>
              <a:ext uri="{FF2B5EF4-FFF2-40B4-BE49-F238E27FC236}">
                <a16:creationId xmlns:a16="http://schemas.microsoft.com/office/drawing/2014/main" id="{EBD784DD-2703-9667-201E-A5FF29CF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0788" y="2778125"/>
            <a:ext cx="3340101" cy="911225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39E05209-46F5-9D0B-AFCD-D4581DDA11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4114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4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18">
        <p:fade/>
      </p:transition>
    </mc:Choice>
    <mc:Fallback>
      <p:transition spd="med" advTm="11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du contenu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FBCFA50-2423-5CFB-0EB3-75384FD9C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61210" y="836776"/>
            <a:ext cx="6629711" cy="4127172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82F6EE9E-18D1-ACC1-F1C3-B519C278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79552"/>
            <a:ext cx="4384098" cy="1072753"/>
          </a:xfrm>
        </p:spPr>
        <p:txBody>
          <a:bodyPr/>
          <a:lstStyle/>
          <a:p>
            <a:r>
              <a:rPr lang="fr-FR" dirty="0"/>
              <a:t>Tableau des Spécifications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0AF0F-86A8-04B7-C935-5F1E26C3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B14BDCAB-745D-802E-0E50-6C1702A7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89333B7E-27D7-3606-D7AF-5B77150DCC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5300" y="4114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11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167">
        <p:fade/>
      </p:transition>
    </mc:Choice>
    <mc:Fallback>
      <p:transition spd="med" advTm="1016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BD873-A688-699F-0D2E-4B58BBE5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CD415A7-553C-2489-E198-A6DB74A0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79552"/>
            <a:ext cx="4384098" cy="1072753"/>
          </a:xfrm>
        </p:spPr>
        <p:txBody>
          <a:bodyPr/>
          <a:lstStyle/>
          <a:p>
            <a:r>
              <a:rPr lang="fr-FR" dirty="0"/>
              <a:t>Tableau des Spécifications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C587D-8A8E-896E-D1B1-14C3AA13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E9455AE-CC92-3688-E97C-401A2105F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66" y="642041"/>
            <a:ext cx="6250452" cy="4338999"/>
          </a:xfrm>
          <a:prstGeom prst="rect">
            <a:avLst/>
          </a:prstGeom>
        </p:spPr>
      </p:pic>
      <p:sp>
        <p:nvSpPr>
          <p:cNvPr id="2" name="Espace réservé de la date 4">
            <a:extLst>
              <a:ext uri="{FF2B5EF4-FFF2-40B4-BE49-F238E27FC236}">
                <a16:creationId xmlns:a16="http://schemas.microsoft.com/office/drawing/2014/main" id="{CE0CA6CF-852C-68AA-A6CD-DEA20BC7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</p:spTree>
    <p:extLst>
      <p:ext uri="{BB962C8B-B14F-4D97-AF65-F5344CB8AC3E}">
        <p14:creationId xmlns:p14="http://schemas.microsoft.com/office/powerpoint/2010/main" val="280246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45498-1D6D-F788-350C-F3C1E57B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Description et analyse des options de conception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4278A4-F3AF-18A2-E964-1F4C1B597A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16" name="Image 15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A9E7598-050F-DF7D-46D8-6D1C37CD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59" y="1341508"/>
            <a:ext cx="4189784" cy="19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4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5D361E0-D9BC-F09B-0B41-65BCEC75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220" y="1367863"/>
            <a:ext cx="4991428" cy="482600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Transmission de Mouvement par Roues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69F3B8-8A49-73B8-8652-B006908C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29D842-804A-B2D7-BA4C-55748303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05" y="408067"/>
            <a:ext cx="5727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3000" dirty="0">
                <a:latin typeface="+mj-lt"/>
              </a:rPr>
              <a:t>2.1 Systèmes de lancement des balles</a:t>
            </a:r>
          </a:p>
        </p:txBody>
      </p:sp>
      <p:sp>
        <p:nvSpPr>
          <p:cNvPr id="2" name="Espace réservé de la date 4">
            <a:extLst>
              <a:ext uri="{FF2B5EF4-FFF2-40B4-BE49-F238E27FC236}">
                <a16:creationId xmlns:a16="http://schemas.microsoft.com/office/drawing/2014/main" id="{118DE786-498E-D562-FE0E-E37C6B5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F3968D-16E5-F3E7-E89C-D9A4C090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425" y="1420989"/>
            <a:ext cx="2938575" cy="233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DA7D489-3148-1C08-2C0F-DCD992976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36" y="180879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9" name="Espace réservé du contenu 18">
            <a:extLst>
              <a:ext uri="{FF2B5EF4-FFF2-40B4-BE49-F238E27FC236}">
                <a16:creationId xmlns:a16="http://schemas.microsoft.com/office/drawing/2014/main" id="{E26CCC9E-050F-3D12-AD52-7DA5EEB43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424903"/>
              </p:ext>
            </p:extLst>
          </p:nvPr>
        </p:nvGraphicFramePr>
        <p:xfrm>
          <a:off x="779747" y="1819281"/>
          <a:ext cx="5286375" cy="178760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179530096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1001321552"/>
                    </a:ext>
                  </a:extLst>
                </a:gridCol>
              </a:tblGrid>
              <a:tr h="814764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Intervalle court entre chaque lancement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Lancement à grande vitesse des balles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37640"/>
                  </a:ext>
                </a:extLst>
              </a:tr>
              <a:tr h="9728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Difficulté à maintenir une vitesse constante manuellement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Complexité de conception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Les roues mettent un certain temps à atteindre la vitesse optimale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812807"/>
                  </a:ext>
                </a:extLst>
              </a:tr>
            </a:tbl>
          </a:graphicData>
        </a:graphic>
      </p:graphicFrame>
      <p:sp>
        <p:nvSpPr>
          <p:cNvPr id="20" name="Rectangle 2">
            <a:extLst>
              <a:ext uri="{FF2B5EF4-FFF2-40B4-BE49-F238E27FC236}">
                <a16:creationId xmlns:a16="http://schemas.microsoft.com/office/drawing/2014/main" id="{64E09BC6-D788-566B-CA13-A3B994810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669" y="17317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fr-FR" altLang="fr-F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80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5735-CE17-CA6D-E699-69FF0088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7D69FDE-B89E-807C-3B75-E7BAA1EA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36" y="1322388"/>
            <a:ext cx="4991428" cy="482600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Transmission de Mouvement par Impact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2EF53F-F517-F280-E726-2C687165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52888B1-B57E-CF04-FECF-DCBA9B104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5673" y="-4987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Espace réservé de la date 4">
            <a:extLst>
              <a:ext uri="{FF2B5EF4-FFF2-40B4-BE49-F238E27FC236}">
                <a16:creationId xmlns:a16="http://schemas.microsoft.com/office/drawing/2014/main" id="{12FB3DC7-A79A-2CBD-736C-0D61164E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92FD82-7121-3412-F258-9C50EDFAB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431" y="1592695"/>
            <a:ext cx="2096807" cy="237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9A5E68A7-1C9C-6015-BA91-EEB332664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224999"/>
              </p:ext>
            </p:extLst>
          </p:nvPr>
        </p:nvGraphicFramePr>
        <p:xfrm>
          <a:off x="780163" y="1821943"/>
          <a:ext cx="5286375" cy="2145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994511907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1272027738"/>
                    </a:ext>
                  </a:extLst>
                </a:gridCol>
              </a:tblGrid>
              <a:tr h="936549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Facilité de conception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 lancement constante</a:t>
                      </a:r>
                      <a:endParaRPr lang="fr-FR">
                        <a:effectLst/>
                      </a:endParaRPr>
                    </a:p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350224"/>
                  </a:ext>
                </a:extLst>
              </a:tr>
              <a:tr h="936549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Moins de contrôle sur des vitesses très élevées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Perte d'énergie dû au coefficient de restitution de la balle de squash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Usure rapide des composants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79771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C0CFCDF3-06B4-2275-E691-05E667E5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957" y="18223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FEA1F78-7206-FB8D-F2F3-660A48703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05" y="408067"/>
            <a:ext cx="5727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3000" dirty="0">
                <a:latin typeface="+mj-lt"/>
              </a:rPr>
              <a:t>2.1 Systèmes de lancement des balles</a:t>
            </a:r>
          </a:p>
        </p:txBody>
      </p:sp>
    </p:spTree>
    <p:extLst>
      <p:ext uri="{BB962C8B-B14F-4D97-AF65-F5344CB8AC3E}">
        <p14:creationId xmlns:p14="http://schemas.microsoft.com/office/powerpoint/2010/main" val="189172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888D-F372-3C73-A0C4-F64DC7C0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59868A5-D702-9475-BC14-E611104E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51" y="1190729"/>
            <a:ext cx="4991428" cy="482600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Transmission de Mouvement par Impact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6C39F0-75EC-3A20-59CF-A776128E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4F6C741-D6EF-E485-1C3B-3B3AF064C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63479" y="-17109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Espace réservé de la date 4">
            <a:extLst>
              <a:ext uri="{FF2B5EF4-FFF2-40B4-BE49-F238E27FC236}">
                <a16:creationId xmlns:a16="http://schemas.microsoft.com/office/drawing/2014/main" id="{33E29382-F371-643A-60D3-58C82D31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214D86-7220-5ED3-DC89-2E2838074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88" y="589336"/>
            <a:ext cx="1803429" cy="204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EC0291F0-D62F-B4E5-DD1C-B751483A4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752982"/>
            <a:ext cx="2425961" cy="9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7EB37860-EC20-2502-925C-7F96C9616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663117"/>
              </p:ext>
            </p:extLst>
          </p:nvPr>
        </p:nvGraphicFramePr>
        <p:xfrm>
          <a:off x="5158918" y="1883194"/>
          <a:ext cx="2681555" cy="2733040"/>
        </p:xfrm>
        <a:graphic>
          <a:graphicData uri="http://schemas.openxmlformats.org/drawingml/2006/table">
            <a:tbl>
              <a:tblPr/>
              <a:tblGrid>
                <a:gridCol w="1172785">
                  <a:extLst>
                    <a:ext uri="{9D8B030D-6E8A-4147-A177-3AD203B41FA5}">
                      <a16:colId xmlns:a16="http://schemas.microsoft.com/office/drawing/2014/main" val="1000614083"/>
                    </a:ext>
                  </a:extLst>
                </a:gridCol>
                <a:gridCol w="1508770">
                  <a:extLst>
                    <a:ext uri="{9D8B030D-6E8A-4147-A177-3AD203B41FA5}">
                      <a16:colId xmlns:a16="http://schemas.microsoft.com/office/drawing/2014/main" val="3126264388"/>
                    </a:ext>
                  </a:extLst>
                </a:gridCol>
              </a:tblGrid>
              <a:tr h="24842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Propriété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Valeur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1796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Masse </a:t>
                      </a: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0,024 kg</a:t>
                      </a:r>
                      <a:endParaRPr lang="fr-FR" b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02508"/>
                  </a:ext>
                </a:extLst>
              </a:tr>
              <a:tr h="290093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Rayon </a:t>
                      </a: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0,02 m</a:t>
                      </a:r>
                      <a:endParaRPr lang="fr-FR" b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09565"/>
                  </a:ext>
                </a:extLst>
              </a:tr>
              <a:tr h="40529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Coefficient de restitution </a:t>
                      </a: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≈ 0,2 à 0,3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60802"/>
                  </a:ext>
                </a:extLst>
              </a:tr>
              <a:tr h="38977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Énergie récupérée</a:t>
                      </a:r>
                      <a:endParaRPr lang="fr-FR" b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≈ 0,04 soit 4 %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63578"/>
                  </a:ext>
                </a:extLst>
              </a:tr>
              <a:tr h="38977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Type de matériau</a:t>
                      </a:r>
                      <a:endParaRPr lang="fr-FR" b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Caoutchouc souple (très dissipatif)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727147"/>
                  </a:ext>
                </a:extLst>
              </a:tr>
              <a:tr h="389777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Température optimale</a:t>
                      </a:r>
                      <a:endParaRPr lang="fr-FR" b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Après échauffement prolongé</a:t>
                      </a:r>
                      <a:endParaRPr lang="fr-FR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931615"/>
                  </a:ext>
                </a:extLst>
              </a:tr>
            </a:tbl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C55A6842-1D13-B505-03EA-425398B18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283" y="2208254"/>
            <a:ext cx="6085798" cy="292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336B0D-DD2B-02EC-D915-391E0825C852}"/>
              </a:ext>
            </a:extLst>
          </p:cNvPr>
          <p:cNvSpPr txBox="1"/>
          <p:nvPr/>
        </p:nvSpPr>
        <p:spPr>
          <a:xfrm>
            <a:off x="449112" y="3168664"/>
            <a:ext cx="8131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Energie cinétique :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C4F9740-77CA-A113-0FC1-AC456535D1C9}"/>
              </a:ext>
            </a:extLst>
          </p:cNvPr>
          <p:cNvSpPr txBox="1"/>
          <p:nvPr/>
        </p:nvSpPr>
        <p:spPr>
          <a:xfrm>
            <a:off x="449112" y="3952771"/>
            <a:ext cx="8131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Energie utile réellement restituée (avec e = 0,3) :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DFEDD17-98C3-BCF5-8472-6A207363E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79" y="3605923"/>
            <a:ext cx="4487352" cy="346848"/>
          </a:xfrm>
          <a:prstGeom prst="rect">
            <a:avLst/>
          </a:prstGeom>
        </p:spPr>
      </p:pic>
      <p:pic>
        <p:nvPicPr>
          <p:cNvPr id="17" name="Image 16" descr="Une image contenant texte, Polic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2BE9F0DF-0000-548C-C481-570E336C2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79" y="4349650"/>
            <a:ext cx="2318586" cy="30777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4EF43EA-A190-3E83-469C-0377D3BF88FC}"/>
              </a:ext>
            </a:extLst>
          </p:cNvPr>
          <p:cNvSpPr txBox="1"/>
          <p:nvPr/>
        </p:nvSpPr>
        <p:spPr>
          <a:xfrm>
            <a:off x="376937" y="2825864"/>
            <a:ext cx="81333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- 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Phénomène de flambage lors d'un impact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5995D6AF-EA95-A6F3-86F1-C085B953E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05" y="408067"/>
            <a:ext cx="5727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3000" dirty="0">
                <a:latin typeface="+mj-lt"/>
              </a:rPr>
              <a:t>2.1 Systèmes de lancement des balles</a:t>
            </a:r>
          </a:p>
        </p:txBody>
      </p:sp>
    </p:spTree>
    <p:extLst>
      <p:ext uri="{BB962C8B-B14F-4D97-AF65-F5344CB8AC3E}">
        <p14:creationId xmlns:p14="http://schemas.microsoft.com/office/powerpoint/2010/main" val="60700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74EC-DE1C-75C8-9EB2-6F972FD1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39ABEAA-DFF5-4760-1EC2-CE5103E1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41" y="1322388"/>
            <a:ext cx="4991428" cy="482600"/>
          </a:xfrm>
        </p:spPr>
        <p:txBody>
          <a:bodyPr>
            <a:normAutofit fontScale="90000"/>
          </a:bodyPr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Transmission de Mouvement par Accompagnement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A2A253-DFED-5F4D-BFB0-E38CFC6F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88331F0-3845-333A-8B94-EF3AB1DA8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33945" y="-11585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CF77CE5C-DB52-F53B-41E2-67AFA89B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1795FE-2BED-FAC6-CE33-C46758CF9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89"/>
          <a:stretch/>
        </p:blipFill>
        <p:spPr bwMode="auto">
          <a:xfrm>
            <a:off x="6166970" y="1822943"/>
            <a:ext cx="2841999" cy="160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7572B70E-98EF-799D-8365-8E769B5A57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361223"/>
              </p:ext>
            </p:extLst>
          </p:nvPr>
        </p:nvGraphicFramePr>
        <p:xfrm>
          <a:off x="780163" y="1822943"/>
          <a:ext cx="5286375" cy="19227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339594718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967517215"/>
                    </a:ext>
                  </a:extLst>
                </a:gridCol>
              </a:tblGrid>
              <a:tr h="863244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Lancement stable et contrôlé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Vitesse de lancement constante</a:t>
                      </a:r>
                      <a:endParaRPr lang="fr-FR">
                        <a:effectLst/>
                      </a:endParaRPr>
                    </a:p>
                    <a:p>
                      <a:pPr fontAlgn="t"/>
                      <a:br>
                        <a:rPr lang="fr-FR">
                          <a:effectLst/>
                        </a:rPr>
                      </a:br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390245"/>
                  </a:ext>
                </a:extLst>
              </a:tr>
              <a:tr h="86324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Complexité de conception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Recherche d’un moyen de compression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631465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0FEF0C10-52AD-F915-D0B5-0D17070E1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957" y="18231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FEE9768-80BC-CBA5-0A6A-430E952E3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05" y="408067"/>
            <a:ext cx="5727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3000" dirty="0">
                <a:latin typeface="+mj-lt"/>
              </a:rPr>
              <a:t>2.1 Systèmes de lancement des balles</a:t>
            </a:r>
          </a:p>
        </p:txBody>
      </p:sp>
    </p:spTree>
    <p:extLst>
      <p:ext uri="{BB962C8B-B14F-4D97-AF65-F5344CB8AC3E}">
        <p14:creationId xmlns:p14="http://schemas.microsoft.com/office/powerpoint/2010/main" val="32310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B5CB690-07E6-707C-5957-FAB04035D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20" y="1115298"/>
            <a:ext cx="5599834" cy="67645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Levier 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ACE957F-8B0D-DBEC-0397-02699A1F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87066"/>
            <a:ext cx="5264919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2.2 Mécanisme d’actionnement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D5FED2-D406-D31A-F2FA-B48DB88F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EB52A7-6421-1C3F-727A-A153F622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9" y="1343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DE8C0AE-51CB-3749-A0BF-B5F6347A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B4CC100-84C7-7892-A0A2-66468A266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595" y="1853803"/>
            <a:ext cx="3030111" cy="257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FCD7E79-4A09-C794-5D91-98DBED951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934544"/>
              </p:ext>
            </p:extLst>
          </p:nvPr>
        </p:nvGraphicFramePr>
        <p:xfrm>
          <a:off x="784220" y="1804262"/>
          <a:ext cx="5286375" cy="25552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155798596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425395458"/>
                    </a:ext>
                  </a:extLst>
                </a:gridCol>
              </a:tblGrid>
              <a:tr h="863244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Simplicité du mécanisme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Utilisation simple et ergonomique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Amplification de la force</a:t>
                      </a:r>
                      <a:endParaRPr lang="fr-FR">
                        <a:effectLst/>
                      </a:endParaRPr>
                    </a:p>
                    <a:p>
                      <a:pPr fontAlgn="t"/>
                      <a:br>
                        <a:rPr lang="fr-FR">
                          <a:effectLst/>
                        </a:rPr>
                      </a:br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93347"/>
                  </a:ext>
                </a:extLst>
              </a:tr>
              <a:tr h="86324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Lancement continu ambigu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Adapté uniquement au lancement par accompagnement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Système de relâchement du ressort complexe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Précision limitée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19900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0B30475-2BA0-E44A-FF35-F00D78845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4" y="180473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91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0FF49FA-A4A3-3BAE-EDD8-8C129767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90" y="1296756"/>
            <a:ext cx="6304979" cy="51449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Manivelle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03CBA7-E7CC-DCC5-0666-CB1BA319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0F26B46-4125-FE99-1D03-3A2C84A9B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18" y="1358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E863A4B-CDFC-A542-5621-B4175A6C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5BBB30C-7D50-D538-D031-426E86D28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365" y="1749517"/>
            <a:ext cx="2788254" cy="224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7369240-684F-CEED-9C2E-A6E4A909C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79847"/>
              </p:ext>
            </p:extLst>
          </p:nvPr>
        </p:nvGraphicFramePr>
        <p:xfrm>
          <a:off x="812990" y="1815688"/>
          <a:ext cx="5286375" cy="222059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46036353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506222193"/>
                    </a:ext>
                  </a:extLst>
                </a:gridCol>
              </a:tblGrid>
              <a:tr h="863244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Transformation efficace de l'énergie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Bonne ergonomie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Facilité de couplage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Compatible avec différents systèmes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Ambidextre</a:t>
                      </a:r>
                      <a:endParaRPr lang="fr-FR">
                        <a:effectLst/>
                      </a:endParaRPr>
                    </a:p>
                    <a:p>
                      <a:pPr fontAlgn="t"/>
                      <a:br>
                        <a:rPr lang="fr-FR">
                          <a:effectLst/>
                        </a:rPr>
                      </a:br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47322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Dépendance au bon dimensionnement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22295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C96A605-EB53-8AD3-666D-4BD8C84F0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84" y="181552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3849DBFF-FF79-8363-97CB-776E8A4C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87066"/>
            <a:ext cx="5264919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2.2 Mécanisme d’actionnement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148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811C-3ABB-50C1-170D-D08ADC82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B9175BC-5839-31D8-F5C2-66AC0E0B4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124" y="1252144"/>
            <a:ext cx="6304979" cy="51449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Volant d’inertie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49B096-7B94-B126-F0D3-A79417BA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0F4852C-6480-C0DF-0B16-1D23794B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18" y="1358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BD4CB1A-D824-CED4-A8C4-FF0109545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06" y="1241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891900C6-E1F8-181D-AA90-360F9479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5B62FD4-D1FE-8D5B-C8DD-F149BDEBA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119" y="1815688"/>
            <a:ext cx="2401119" cy="240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7C1936D-F9CE-5868-0954-7DB74BC6A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87915"/>
              </p:ext>
            </p:extLst>
          </p:nvPr>
        </p:nvGraphicFramePr>
        <p:xfrm>
          <a:off x="779124" y="1822169"/>
          <a:ext cx="5286375" cy="24320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64159915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95756341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Accumulation progressive d’énergie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Restitution contrôlée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Compatible avec différents systèmes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357727"/>
                  </a:ext>
                </a:extLst>
              </a:tr>
              <a:tr h="86324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Complexité de conception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Temps de mise en rotation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Poids important 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Bon rendement uniquement sous vide 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1804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9E88DF1-0F8D-72DE-F815-78CCAA002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18" y="182137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id="{91872958-DC1E-0001-B68E-343775C2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87066"/>
            <a:ext cx="5264919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2.2 Mécanisme d’actionnement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878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FB04DE4-F8A0-CBBD-19DE-410CBEBF0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741761"/>
            <a:ext cx="7726363" cy="51054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Bielle- Piston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C39387F-5133-8D2C-6BB2-22DCA214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160068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2.3 Mécanisme de compression du ressort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F2D7D4-C0D9-0784-8A26-A76A27B0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487DCB-AC5B-B5A5-E34B-A32AFF8B9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5014713-B0FE-7C11-792B-423C02F6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234A295-0A51-ECC8-7561-3028A6D07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87" y="1349792"/>
            <a:ext cx="3071113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C29BD08-C7E3-FA74-48D0-739FA1FE0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29" y="1490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CEAB487C-E9D2-9444-6F47-32487964D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4188"/>
              </p:ext>
            </p:extLst>
          </p:nvPr>
        </p:nvGraphicFramePr>
        <p:xfrm>
          <a:off x="708818" y="1814533"/>
          <a:ext cx="5286375" cy="170652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601152903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687957669"/>
                    </a:ext>
                  </a:extLst>
                </a:gridCol>
              </a:tblGrid>
              <a:tr h="863244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Transformation efficace du mouvement rotatif en mouvement linéaire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613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Système de désolidarisation du ressort complexe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Poids important si bielle non désolidarisé 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972792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D8E830AB-C3D2-7472-41C0-85B4597F6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18145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5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17A6-E039-5946-D05A-3DCA3F2F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3E9256-9246-31E6-43BB-1CD51B5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44" y="1308416"/>
            <a:ext cx="7726363" cy="51054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Crémaillère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3D4E63-D379-C704-55F0-371FA998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DCC9D5A-0B11-D390-CAFA-3724BE33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18BA040D-A0D4-B0D6-8C17-3FFB60B1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E20783F-84A5-300B-9326-ABF749970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9D95DA2-4512-CEF5-9E2F-E28A815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036" y="1855334"/>
            <a:ext cx="2781300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6AD72B7-B603-C47D-9842-B1E46B414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42156"/>
              </p:ext>
            </p:extLst>
          </p:nvPr>
        </p:nvGraphicFramePr>
        <p:xfrm>
          <a:off x="819944" y="1872022"/>
          <a:ext cx="5286375" cy="185892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04144327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3806306873"/>
                    </a:ext>
                  </a:extLst>
                </a:gridCol>
              </a:tblGrid>
              <a:tr h="980542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Mécanisme simple et robuste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Bonne précision dans la compression du ressort.</a:t>
                      </a:r>
                      <a:endParaRPr lang="fr-FR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Relâchement du ressort simple </a:t>
                      </a:r>
                      <a:endParaRPr lang="fr-FR">
                        <a:effectLst/>
                      </a:endParaRPr>
                    </a:p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15874"/>
                  </a:ext>
                </a:extLst>
              </a:tr>
              <a:tr h="86324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Poids élevé de la crémaillère ( si non désolidarisé ) 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Difficulté à désolidariser la crémaillère du ressort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87428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2077BF9-C9F3-22EC-9403-FE3207713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187200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2BE9B809-E81E-DFE5-332C-081CD603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160068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2.3 Mécanisme de compression du ressort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784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C0A46-FB71-797B-340E-36120487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925DC34-5A62-C1B3-3D02-D5F80939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62" y="993415"/>
            <a:ext cx="7726363" cy="51054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Système à came/barre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FCB64-F5F0-AA71-0DA3-6E3B97C1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DDD9B79-DAE3-4DC3-C647-9F96849C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9ED92CF-2767-C141-E7B4-A85A9C83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0CE6901-8CE8-B65B-214A-0A6823A66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254645-4FE7-BFCF-04F3-8552B5AE4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146368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A12F0A1-8723-9C20-FD63-9EF4022D8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555" y="762934"/>
            <a:ext cx="2743200" cy="173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Une image contenant croquis, outil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CD508E81-544C-CBB1-A01C-D9706AF4B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653336" y="2074445"/>
            <a:ext cx="1964963" cy="2947445"/>
          </a:xfrm>
          <a:prstGeom prst="rect">
            <a:avLst/>
          </a:prstGeom>
        </p:spPr>
      </p:pic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24BC449-8140-F70B-7753-87A5B919B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916736"/>
              </p:ext>
            </p:extLst>
          </p:nvPr>
        </p:nvGraphicFramePr>
        <p:xfrm>
          <a:off x="389945" y="1498084"/>
          <a:ext cx="5772150" cy="182382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982031847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3369418920"/>
                    </a:ext>
                  </a:extLst>
                </a:gridCol>
              </a:tblGrid>
              <a:tr h="980542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Mécanisme simple et robuste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Compact et facile à intégrer dans une structure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Bonne précision dans la compression du ressort.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Relâchement du ressort simple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Aucun 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poid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supplémentaire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74006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La fabrication peut être complexe selon la courbe souhaitée ( came)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Distribution non uniforme de la force en fonction de l’angle ( barre)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32337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D9D1E0C5-B6C7-ADD5-65F2-94F28F6B6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29" y="180015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Titre 2">
            <a:extLst>
              <a:ext uri="{FF2B5EF4-FFF2-40B4-BE49-F238E27FC236}">
                <a16:creationId xmlns:a16="http://schemas.microsoft.com/office/drawing/2014/main" id="{006F8E6C-CA1A-4597-0D69-BAF62451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160068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2.3 Mécanisme de compression du ressort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362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9A6F-1CF6-E724-ECB5-BE91BFD3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A617175-A754-F773-226E-BC4D1037D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741761"/>
            <a:ext cx="7726363" cy="51054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comparative : Barres de compression vs. Came</a:t>
            </a:r>
            <a:endParaRPr lang="fr-FR" b="1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C8E496-C267-8A08-954D-BEC01E8B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DFBE403-61E7-F318-75F0-9EAAEE46B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C144667D-2A64-A9D0-3272-A3B90A32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273248-3E20-99FD-78AD-B2552EFDE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146368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4AA3FB1-E949-5293-B086-88CE726AB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85553"/>
              </p:ext>
            </p:extLst>
          </p:nvPr>
        </p:nvGraphicFramePr>
        <p:xfrm>
          <a:off x="708818" y="1252305"/>
          <a:ext cx="7633821" cy="3032816"/>
        </p:xfrm>
        <a:graphic>
          <a:graphicData uri="http://schemas.openxmlformats.org/drawingml/2006/table">
            <a:tbl>
              <a:tblPr/>
              <a:tblGrid>
                <a:gridCol w="2069228">
                  <a:extLst>
                    <a:ext uri="{9D8B030D-6E8A-4147-A177-3AD203B41FA5}">
                      <a16:colId xmlns:a16="http://schemas.microsoft.com/office/drawing/2014/main" val="3123016823"/>
                    </a:ext>
                  </a:extLst>
                </a:gridCol>
                <a:gridCol w="2695221">
                  <a:extLst>
                    <a:ext uri="{9D8B030D-6E8A-4147-A177-3AD203B41FA5}">
                      <a16:colId xmlns:a16="http://schemas.microsoft.com/office/drawing/2014/main" val="3694273559"/>
                    </a:ext>
                  </a:extLst>
                </a:gridCol>
                <a:gridCol w="2869372">
                  <a:extLst>
                    <a:ext uri="{9D8B030D-6E8A-4147-A177-3AD203B41FA5}">
                      <a16:colId xmlns:a16="http://schemas.microsoft.com/office/drawing/2014/main" val="738626184"/>
                    </a:ext>
                  </a:extLst>
                </a:gridCol>
              </a:tblGrid>
              <a:tr h="26133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Critère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383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Barres de compression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383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Came de compression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383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7633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Principe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Transmission directe d’un couple via une liaison en rotation.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Utilisation d’un profil excentré pour générer un déplacement axial.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1769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Complexité mécanique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Simple (2 barres, clavette, arbre)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Plus complexe (usinage de la came, galet suiveur)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90568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Régularité de compression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Moins régulière (variations selon l’angle)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Compression progressive et contrôlée par le profil de la came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0786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Contrôle de la force appliquée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Moins précis, dépend fortement de l’angle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Plus précis, possibilité d’optimiser le profil pour ajuster l’effort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8329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Encombrement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Faible : peut être intégré axialement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Peut être plus encombrant selon le rayon de la came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03694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Usure / entretien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Faible, peu de pièces mobiles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Plus d’usure (galet, came), besoin de lubrification régulière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42446"/>
                  </a:ext>
                </a:extLst>
              </a:tr>
              <a:tr h="26077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Fabrication / coût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Facile, composants standards</a:t>
                      </a:r>
                      <a:endParaRPr lang="fr-FR" sz="120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Plus coûteux à usiner</a:t>
                      </a:r>
                      <a:endParaRPr lang="fr-FR" sz="1200" dirty="0">
                        <a:effectLst/>
                      </a:endParaRPr>
                    </a:p>
                  </a:txBody>
                  <a:tcPr marL="56201" marR="56201" marT="56201" marB="56201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41186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1D088E4-48E3-A55F-C95B-2B8289BF6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5319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6B93260-AB44-BDD8-6046-22EE76B7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160068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2.3 Mécanisme de compression du ressort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767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71AF-FFC7-55B9-21AC-784CB873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EC414D7-EA3F-3A74-F866-486CABA80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510" y="1185205"/>
            <a:ext cx="5599834" cy="676454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Croix de Malte 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8F227C7-73AB-0223-7286-DE7BEB40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10" y="500812"/>
            <a:ext cx="5189870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4FFBE8-2474-16EB-0076-C94DCFD2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450776-2123-3A35-1738-82B672E4B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9" y="1343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8A321FC-082D-1261-F03F-DB336BD3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BEE386-4635-C92F-487C-F7FECEAE8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Image générée">
            <a:extLst>
              <a:ext uri="{FF2B5EF4-FFF2-40B4-BE49-F238E27FC236}">
                <a16:creationId xmlns:a16="http://schemas.microsoft.com/office/drawing/2014/main" id="{214ABBEB-1D51-CD0C-8D0D-165070D3F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282" y="189863"/>
            <a:ext cx="2229062" cy="334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640C750-4361-97C7-FCFE-4662DC26A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0650"/>
              </p:ext>
            </p:extLst>
          </p:nvPr>
        </p:nvGraphicFramePr>
        <p:xfrm>
          <a:off x="762376" y="1880251"/>
          <a:ext cx="5286375" cy="15430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374009692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3514021540"/>
                    </a:ext>
                  </a:extLst>
                </a:gridCol>
              </a:tblGrid>
              <a:tr h="828675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Libération rapide et calculé des balles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4269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Mécanisme complexe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Mécanisme encombrant et lourd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80025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A0ED5988-E0C7-5DE5-EACC-33E668A9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55" y="192875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2" name="Image 11" descr="Une image contenant dessin humoristique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199CA65E-7729-CFB1-4EE6-06CADE99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344" y="3268847"/>
            <a:ext cx="2032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8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27EE-9B46-68D3-97E6-4BC0D1D6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0926921-C9EB-51C5-BB7F-AB03BE6D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25" y="1097466"/>
            <a:ext cx="5599834" cy="676454"/>
          </a:xfrm>
        </p:spPr>
        <p:txBody>
          <a:bodyPr/>
          <a:lstStyle/>
          <a:p>
            <a:r>
              <a:rPr lang="fr-FR" b="1" dirty="0"/>
              <a:t>Tube à alimentation contrôlée par rouleaux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3BFAF8-6630-F37A-6BD5-C74BD760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3815861-B832-6B01-F780-E41658D70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9" y="1343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7050D9B2-6541-FC45-DF7B-583DFFD6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18E011-E715-7943-0D32-426DEBEC3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C9BE18B-7CF9-DD05-23D4-8222006A8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346" y="1078579"/>
            <a:ext cx="2746080" cy="334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108785F-DE0D-FE4D-C344-62AAFE5CC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55" y="13917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1A78AD1-2C40-E10B-2153-FF521EEA6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056154"/>
              </p:ext>
            </p:extLst>
          </p:nvPr>
        </p:nvGraphicFramePr>
        <p:xfrm>
          <a:off x="786625" y="1800561"/>
          <a:ext cx="5286375" cy="168666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87965036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1076037376"/>
                    </a:ext>
                  </a:extLst>
                </a:gridCol>
              </a:tblGrid>
              <a:tr h="980542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Changement de direction des engrenages</a:t>
                      </a:r>
                      <a:endParaRPr lang="fr-FR" dirty="0">
                        <a:effectLst/>
                      </a:endParaRPr>
                    </a:p>
                    <a:p>
                      <a:pPr marR="71882"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Encombrement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9076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Risque de blocage des balles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09092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DCF2270F-535A-9DCD-DBCD-800390EC9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19" y="18001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236DFEEF-800D-0C13-6D1B-1E953951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10" y="500812"/>
            <a:ext cx="5189870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44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9384-AC79-7793-AA65-4AE17BFC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3F0E6B2-83A7-974C-E556-700429AE5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66" y="1157190"/>
            <a:ext cx="5599834" cy="676454"/>
          </a:xfrm>
        </p:spPr>
        <p:txBody>
          <a:bodyPr/>
          <a:lstStyle/>
          <a:p>
            <a:r>
              <a:rPr lang="fr-FR" b="1" dirty="0">
                <a:solidFill>
                  <a:srgbClr val="000000"/>
                </a:solidFill>
              </a:rPr>
              <a:t>Tube régulé par gravité 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38E74E-C67A-918E-7421-FC6333E5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390493D-64C5-9BD7-8840-12CC367E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9" y="1343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9A11B2B2-C9B3-BCDD-12BD-436E02E0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4C1B51-B3AF-5297-7674-36B967FA7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163E98A-8996-ED04-DFA7-CDDB789A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55" y="13917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1BDEB8E-76A4-2235-C32A-67CDDF536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182534"/>
              </p:ext>
            </p:extLst>
          </p:nvPr>
        </p:nvGraphicFramePr>
        <p:xfrm>
          <a:off x="823866" y="1810927"/>
          <a:ext cx="5324475" cy="161808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137514423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3445944980"/>
                    </a:ext>
                  </a:extLst>
                </a:gridCol>
              </a:tblGrid>
              <a:tr h="980542">
                <a:tc>
                  <a:txBody>
                    <a:bodyPr/>
                    <a:lstStyle/>
                    <a:p>
                      <a:pPr marL="84823" algn="l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Simplicité</a:t>
                      </a:r>
                      <a:endParaRPr lang="fr-FR" dirty="0">
                        <a:effectLst/>
                      </a:endParaRPr>
                    </a:p>
                    <a:p>
                      <a:pPr marR="76200"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Très peu d’encombrement</a:t>
                      </a:r>
                      <a:endParaRPr lang="fr-FR" dirty="0">
                        <a:effectLst/>
                      </a:endParaRPr>
                    </a:p>
                    <a:p>
                      <a:pPr marR="76200"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Utilise aucune force supplémentaire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943934"/>
                  </a:ext>
                </a:extLst>
              </a:tr>
              <a:tr h="486359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Frottement des balles sur la paroi lors de la compression du ressort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69173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45496449-7A44-E61A-9055-85704D2A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2233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A9E2195E-5362-21DF-1B02-9C928D799DB9}"/>
              </a:ext>
            </a:extLst>
          </p:cNvPr>
          <p:cNvSpPr txBox="1">
            <a:spLocks/>
          </p:cNvSpPr>
          <p:nvPr/>
        </p:nvSpPr>
        <p:spPr>
          <a:xfrm>
            <a:off x="744510" y="500812"/>
            <a:ext cx="5189870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fr-FR" sz="3000" b="0">
                <a:solidFill>
                  <a:srgbClr val="434343"/>
                </a:solidFill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pic>
        <p:nvPicPr>
          <p:cNvPr id="7" name="Image 6" descr="Une image contenant capture d’écran, cercle, conception&#10;&#10;Le contenu généré par l’IA peut être incorrect.">
            <a:extLst>
              <a:ext uri="{FF2B5EF4-FFF2-40B4-BE49-F238E27FC236}">
                <a16:creationId xmlns:a16="http://schemas.microsoft.com/office/drawing/2014/main" id="{85C87A86-35AA-7806-4A41-350DA2537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91" y="836271"/>
            <a:ext cx="2167922" cy="3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2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F214-768D-DCA3-CDC1-73384DF8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3F28CAB-54F0-E51E-027B-C37DC3C13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66" y="1157190"/>
            <a:ext cx="5599834" cy="676454"/>
          </a:xfrm>
        </p:spPr>
        <p:txBody>
          <a:bodyPr/>
          <a:lstStyle/>
          <a:p>
            <a:r>
              <a:rPr lang="fr-FR" b="1" dirty="0">
                <a:solidFill>
                  <a:srgbClr val="000000"/>
                </a:solidFill>
              </a:rPr>
              <a:t>Tube régulé par gravité 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60C235-8F07-6E18-226F-C9E8429E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C96259-80B2-96CE-FC57-F89F57D2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9" y="1343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92E02227-F150-CCF1-2EF8-DDE1BE7D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F9CAB4-77E2-86A9-6233-83A37F98C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876238A-A9C3-C102-8E36-2ADB1585B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55" y="13917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AF51C20-922E-CEE7-9EE0-D00006BC6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2233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2733FDA3-26AD-F1A5-B3F5-540720798522}"/>
              </a:ext>
            </a:extLst>
          </p:cNvPr>
          <p:cNvSpPr txBox="1">
            <a:spLocks/>
          </p:cNvSpPr>
          <p:nvPr/>
        </p:nvSpPr>
        <p:spPr>
          <a:xfrm>
            <a:off x="744510" y="500812"/>
            <a:ext cx="5189870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fr-FR" sz="3000" b="0">
                <a:solidFill>
                  <a:srgbClr val="434343"/>
                </a:solidFill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pic>
        <p:nvPicPr>
          <p:cNvPr id="3" name="IMG_7379_0C8FE69E-2906-407F-8FE1-CC72396D21C9.mp4">
            <a:hlinkClick r:id="" action="ppaction://media"/>
            <a:extLst>
              <a:ext uri="{FF2B5EF4-FFF2-40B4-BE49-F238E27FC236}">
                <a16:creationId xmlns:a16="http://schemas.microsoft.com/office/drawing/2014/main" id="{19BBD5C6-CDBE-2C02-B181-EFFDF7E714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2172307" y="712724"/>
            <a:ext cx="2663822" cy="4734383"/>
          </a:xfrm>
          <a:prstGeom prst="rect">
            <a:avLst/>
          </a:prstGeom>
        </p:spPr>
      </p:pic>
      <p:pic>
        <p:nvPicPr>
          <p:cNvPr id="7" name="Image 6" descr="Une image contenant texte, capture d’écran, cercle, conception&#10;&#10;Le contenu généré par l’IA peut être incorrect.">
            <a:extLst>
              <a:ext uri="{FF2B5EF4-FFF2-40B4-BE49-F238E27FC236}">
                <a16:creationId xmlns:a16="http://schemas.microsoft.com/office/drawing/2014/main" id="{13A700A3-EA28-7FA7-53D5-D12F7F1219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0851"/>
          <a:stretch>
            <a:fillRect/>
          </a:stretch>
        </p:blipFill>
        <p:spPr>
          <a:xfrm>
            <a:off x="6103561" y="2177870"/>
            <a:ext cx="2597625" cy="171332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AF0BB93-A26A-3E69-B870-E818A7049450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10.3 </a:t>
            </a:r>
          </a:p>
        </p:txBody>
      </p:sp>
    </p:spTree>
    <p:extLst>
      <p:ext uri="{BB962C8B-B14F-4D97-AF65-F5344CB8AC3E}">
        <p14:creationId xmlns:p14="http://schemas.microsoft.com/office/powerpoint/2010/main" val="213046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5963-C91D-90C3-BC48-24BB5D96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39FDB23-8702-D173-102D-B482851A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900" y="1225461"/>
            <a:ext cx="5599834" cy="676454"/>
          </a:xfrm>
        </p:spPr>
        <p:txBody>
          <a:bodyPr/>
          <a:lstStyle/>
          <a:p>
            <a:r>
              <a:rPr lang="fr-FR" b="1" dirty="0">
                <a:solidFill>
                  <a:srgbClr val="000000"/>
                </a:solidFill>
              </a:rPr>
              <a:t>Système came piston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8375FC-FF86-3589-2575-C4DD179E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D75E50-FDDC-8EB4-8566-362A99CC7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1F061F32-17A8-7403-6029-5F92F520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9172A6-1D22-3302-88A4-1F1F5B1CA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8B5CDAC-7711-C276-8E6A-3E935250D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AA185D8A-0F57-B594-CBC1-C24C3A134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19972"/>
              </p:ext>
            </p:extLst>
          </p:nvPr>
        </p:nvGraphicFramePr>
        <p:xfrm>
          <a:off x="1065913" y="1862614"/>
          <a:ext cx="5324475" cy="187388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840747152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72794244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84823"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Poussé précise de la balle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47232"/>
                  </a:ext>
                </a:extLst>
              </a:tr>
              <a:tr h="100732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Mécanisme complexe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Mécanisme encombrant</a:t>
                      </a:r>
                      <a:endParaRPr lang="fr-FR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Coefficient de friction de la balle élevé empêche la poussé de la balle </a:t>
                      </a:r>
                      <a:endParaRPr lang="fr-FR" dirty="0">
                        <a:effectLst/>
                      </a:endParaRPr>
                    </a:p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83968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63DFA9F4-0B22-4FCE-2B55-E2A48EBF6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07" y="18621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Titre 2">
            <a:extLst>
              <a:ext uri="{FF2B5EF4-FFF2-40B4-BE49-F238E27FC236}">
                <a16:creationId xmlns:a16="http://schemas.microsoft.com/office/drawing/2014/main" id="{D61D4788-69B3-8876-73FB-6B380F91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10" y="500812"/>
            <a:ext cx="5189870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pic>
        <p:nvPicPr>
          <p:cNvPr id="4" name="Image 3" descr="Une image contenant cercle, dessin, dessin humoristique, illustration&#10;&#10;Le contenu généré par l’IA peut être incorrect.">
            <a:extLst>
              <a:ext uri="{FF2B5EF4-FFF2-40B4-BE49-F238E27FC236}">
                <a16:creationId xmlns:a16="http://schemas.microsoft.com/office/drawing/2014/main" id="{DA019236-2DA4-54B1-36ED-B0D6031A1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88" y="1037188"/>
            <a:ext cx="2234005" cy="278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18C4-90A8-3604-1EC2-2EB1435D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5C4A217-09E7-D585-B513-CA07E5921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900" y="1225461"/>
            <a:ext cx="5599834" cy="676454"/>
          </a:xfrm>
        </p:spPr>
        <p:txBody>
          <a:bodyPr/>
          <a:lstStyle/>
          <a:p>
            <a:r>
              <a:rPr lang="fr-FR" b="1" dirty="0">
                <a:solidFill>
                  <a:srgbClr val="000000"/>
                </a:solidFill>
              </a:rPr>
              <a:t>Système à came 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BBC390-4C4A-6A1A-4EA7-B7E49F53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386D16E-6ACE-1C8C-E432-4E31C3185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A03FEF3-7855-CC21-C7F0-EFDF8158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424E43-C31D-E7A0-8447-032BDBD2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CB96C11-7508-E51E-2F4B-2B9ADF3DA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E3B818D7-A418-9D06-4F2D-A39044A11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22983"/>
              </p:ext>
            </p:extLst>
          </p:nvPr>
        </p:nvGraphicFramePr>
        <p:xfrm>
          <a:off x="337858" y="1715918"/>
          <a:ext cx="5300849" cy="1736725"/>
        </p:xfrm>
        <a:graphic>
          <a:graphicData uri="http://schemas.openxmlformats.org/drawingml/2006/table">
            <a:tbl>
              <a:tblPr/>
              <a:tblGrid>
                <a:gridCol w="1137928">
                  <a:extLst>
                    <a:ext uri="{9D8B030D-6E8A-4147-A177-3AD203B41FA5}">
                      <a16:colId xmlns:a16="http://schemas.microsoft.com/office/drawing/2014/main" val="840747152"/>
                    </a:ext>
                  </a:extLst>
                </a:gridCol>
                <a:gridCol w="4162921">
                  <a:extLst>
                    <a:ext uri="{9D8B030D-6E8A-4147-A177-3AD203B41FA5}">
                      <a16:colId xmlns:a16="http://schemas.microsoft.com/office/drawing/2014/main" val="72794244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84823" algn="l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Avantages </a:t>
                      </a:r>
                      <a:endParaRPr lang="fr-FR" sz="1000" b="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Chargement précis de la balle</a:t>
                      </a:r>
                      <a:endParaRPr lang="fr-FR" sz="10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47232"/>
                  </a:ext>
                </a:extLst>
              </a:tr>
              <a:tr h="100732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Inconvénients </a:t>
                      </a:r>
                      <a:endParaRPr lang="fr-FR" sz="1000" b="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41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Mécanisme encombrant</a:t>
                      </a:r>
                      <a:endParaRPr lang="fr-FR" sz="1000" b="1" dirty="0">
                        <a:effectLst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</a:t>
                      </a:r>
                      <a:r>
                        <a:rPr lang="fr-F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rès faibles variations d’angle entraînent un comportement non déterminé</a:t>
                      </a:r>
                    </a:p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Calcul de détermination de l’angle compliqué théoriquement</a:t>
                      </a:r>
                    </a:p>
                    <a:p>
                      <a:pPr algn="l" rtl="0" fontAlgn="t">
                        <a:buNone/>
                      </a:pPr>
                      <a:br>
                        <a:rPr lang="fr-FR" sz="1000" b="1" dirty="0">
                          <a:effectLst/>
                        </a:rPr>
                      </a:br>
                      <a:endParaRPr lang="fr-FR" sz="10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83968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C46E30F0-E118-67BD-C79C-A7535E369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07" y="185098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3D7665E-87C3-8D7F-C2FF-2A73E4DF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10" y="500812"/>
            <a:ext cx="5189870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pic>
        <p:nvPicPr>
          <p:cNvPr id="15" name="Image 14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EA54BEAD-3259-858A-104A-B1695AD86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732" y="1132639"/>
            <a:ext cx="3116387" cy="27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700C-1F57-5B70-8ADB-71A9E9ED8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260FE3-5F87-FC22-176A-DFE8F9BE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900" y="1225461"/>
            <a:ext cx="5599834" cy="676454"/>
          </a:xfrm>
        </p:spPr>
        <p:txBody>
          <a:bodyPr/>
          <a:lstStyle/>
          <a:p>
            <a:r>
              <a:rPr lang="fr-FR" b="1" dirty="0">
                <a:solidFill>
                  <a:srgbClr val="000000"/>
                </a:solidFill>
              </a:rPr>
              <a:t>Système à came 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A4DDFD-26C9-7125-4751-DA6EA88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AC7DE18-090A-3F74-6291-ECF354D2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2190F959-7B79-10C8-E2D3-260D3717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D3BF97-4212-4455-9024-6DDDCA7A5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2C7051C-DD95-C50A-56A7-246B40C8A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E78B94E-078F-3DFF-DE38-037B38AAC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07" y="18621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C89BF0D-F2ED-3639-1D4C-5DAF5C48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10" y="500812"/>
            <a:ext cx="5189870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434343"/>
                </a:solidFill>
                <a:effectLst/>
                <a:latin typeface="+mj-lt"/>
              </a:rPr>
              <a:t>2.4 Système de stockage des balles</a:t>
            </a:r>
            <a:endParaRPr lang="fr-FR" sz="3000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E2A4874-EBA7-2B3B-2211-F0C57CE7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2" y="1635047"/>
            <a:ext cx="2993456" cy="299345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E1094E3-D24D-0970-9AF7-A14F975E1F9D}"/>
              </a:ext>
            </a:extLst>
          </p:cNvPr>
          <p:cNvSpPr txBox="1"/>
          <p:nvPr/>
        </p:nvSpPr>
        <p:spPr>
          <a:xfrm>
            <a:off x="4310320" y="1686463"/>
            <a:ext cx="46802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Afin de lever toute ambiguïté, nous avons décidé de prototyper la pièce par impression 3D et de mener une série d’essais expérimentaux. Les tests ont confirmé nos doutes : la sensibilité du mécanisme à de petites variations d’angle rend son fonctionnement peu fiable.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4D1316-7F5D-1D12-1729-032CEB7CEE6D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10.3 </a:t>
            </a:r>
          </a:p>
        </p:txBody>
      </p:sp>
    </p:spTree>
    <p:extLst>
      <p:ext uri="{BB962C8B-B14F-4D97-AF65-F5344CB8AC3E}">
        <p14:creationId xmlns:p14="http://schemas.microsoft.com/office/powerpoint/2010/main" val="405412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A626-A5DB-3926-B3C7-B7BD5BFF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DD0FF5D-F734-961F-3139-E04BE0A27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0421"/>
            <a:ext cx="6939715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2.5 Tableau comparatif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E3F128-417B-7A3D-7085-BA29CBB5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35521BA-6E8F-8DEE-8A52-9B4DF27ED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E017AF61-91AE-5DBA-D960-2978463C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1152CF-E25F-270A-1E6E-914BF1170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05348A2-8FC1-8F7A-0359-CFD87A68F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40B9745-E7C5-FDFB-FE57-28ECE593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2D572E30-4EE7-F9EC-8AC1-4A33A2E0E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05713"/>
              </p:ext>
            </p:extLst>
          </p:nvPr>
        </p:nvGraphicFramePr>
        <p:xfrm>
          <a:off x="1780860" y="1392382"/>
          <a:ext cx="5310848" cy="3066661"/>
        </p:xfrm>
        <a:graphic>
          <a:graphicData uri="http://schemas.openxmlformats.org/drawingml/2006/table">
            <a:tbl>
              <a:tblPr/>
              <a:tblGrid>
                <a:gridCol w="2231686">
                  <a:extLst>
                    <a:ext uri="{9D8B030D-6E8A-4147-A177-3AD203B41FA5}">
                      <a16:colId xmlns:a16="http://schemas.microsoft.com/office/drawing/2014/main" val="1122211488"/>
                    </a:ext>
                  </a:extLst>
                </a:gridCol>
                <a:gridCol w="767684">
                  <a:extLst>
                    <a:ext uri="{9D8B030D-6E8A-4147-A177-3AD203B41FA5}">
                      <a16:colId xmlns:a16="http://schemas.microsoft.com/office/drawing/2014/main" val="1041142200"/>
                    </a:ext>
                  </a:extLst>
                </a:gridCol>
                <a:gridCol w="801173">
                  <a:extLst>
                    <a:ext uri="{9D8B030D-6E8A-4147-A177-3AD203B41FA5}">
                      <a16:colId xmlns:a16="http://schemas.microsoft.com/office/drawing/2014/main" val="338515687"/>
                    </a:ext>
                  </a:extLst>
                </a:gridCol>
                <a:gridCol w="1510305">
                  <a:extLst>
                    <a:ext uri="{9D8B030D-6E8A-4147-A177-3AD203B41FA5}">
                      <a16:colId xmlns:a16="http://schemas.microsoft.com/office/drawing/2014/main" val="3543446267"/>
                    </a:ext>
                  </a:extLst>
                </a:gridCol>
              </a:tblGrid>
              <a:tr h="4570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Critères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Rouleau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Accompagnement </a:t>
                      </a:r>
                      <a:endParaRPr lang="fr-FR" sz="1300">
                        <a:effectLst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(choisi)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4941"/>
                  </a:ext>
                </a:extLst>
              </a:tr>
              <a:tr h="3232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Précision de trajectoire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152046"/>
                  </a:ext>
                </a:extLst>
              </a:tr>
              <a:tr h="3232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Simplicité mécanique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81274"/>
                  </a:ext>
                </a:extLst>
              </a:tr>
              <a:tr h="3232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Adaptabilité à la balle de squash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29877"/>
                  </a:ext>
                </a:extLst>
              </a:tr>
              <a:tr h="45700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300" dirty="0">
                          <a:effectLst/>
                        </a:rPr>
                        <a:t>Rendement</a:t>
                      </a: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680351"/>
                  </a:ext>
                </a:extLst>
              </a:tr>
              <a:tr h="3232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 lancement constante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537307"/>
                  </a:ext>
                </a:extLst>
              </a:tr>
              <a:tr h="3232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Rapidité d'exécution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038460"/>
                  </a:ext>
                </a:extLst>
              </a:tr>
              <a:tr h="5323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retenu</a:t>
                      </a: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 sz="1300">
                          <a:effectLst/>
                        </a:rPr>
                      </a:b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 sz="1300">
                          <a:effectLst/>
                        </a:rPr>
                      </a:br>
                      <a:endParaRPr lang="fr-FR" sz="130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fr-FR" sz="1300" dirty="0">
                        <a:effectLst/>
                      </a:endParaRPr>
                    </a:p>
                  </a:txBody>
                  <a:tcPr marL="62776" marR="62776" marT="62776" marB="627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44290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64C72C64-A7BF-8E29-4012-8A22B73C9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872" y="13831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Systèmes de lancement des balles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9471B04-0FD3-DAA3-7DEB-231CC72BC42D}"/>
              </a:ext>
            </a:extLst>
          </p:cNvPr>
          <p:cNvSpPr txBox="1"/>
          <p:nvPr/>
        </p:nvSpPr>
        <p:spPr>
          <a:xfrm>
            <a:off x="904875" y="4686949"/>
            <a:ext cx="7553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+++ excellente, ++ très bonne, + bonne, = moyenne, - 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désavantageux 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, --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 très désavantageux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9626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CCF8-529D-7ACA-7A35-538E3C2D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F59C0-51EC-39A7-6552-874BDBDA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887F975-5C55-FABF-3E47-E7A872E67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29A553A9-26E2-0CE4-4E0E-5361B45F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8C9418-88D6-DBEE-7DAC-61F8B29B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9AB3D20-6F7F-5E1E-452F-20ED5D198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EDB4671-55D1-31CA-3ADB-9F09DA83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8F43C3A-887D-09B7-85ED-1A59C5B52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032438"/>
              </p:ext>
            </p:extLst>
          </p:nvPr>
        </p:nvGraphicFramePr>
        <p:xfrm>
          <a:off x="1324929" y="1462928"/>
          <a:ext cx="6219825" cy="3159125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2836118877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110875412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85359117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944169028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1993599289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Critères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Bielle-Piston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Crémaillère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Came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Barres (choisi)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51871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Compacité du système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1964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Complexité d’usinage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69043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Fiabilité du relâchement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0764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Facilité d’intégration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0315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Précision de position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51891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Faible poids attaché au ressort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47119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retenu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73503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3CD9920-F2FD-91E5-FF02-B62F97DE9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929" y="139238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Systèmes de compression du ressort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F3AD98-DD05-0C67-DD29-E2D9055241A0}"/>
              </a:ext>
            </a:extLst>
          </p:cNvPr>
          <p:cNvSpPr txBox="1"/>
          <p:nvPr/>
        </p:nvSpPr>
        <p:spPr>
          <a:xfrm>
            <a:off x="904875" y="4820594"/>
            <a:ext cx="7553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+++ excellente, ++ très bonne, + bonne, = moyenne, - 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désavantageux 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, --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 très désavantageux</a:t>
            </a:r>
            <a:endParaRPr lang="fr-FR" sz="1200" dirty="0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406E0AA6-C6E3-0147-6AF1-9B2AF1F6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0421"/>
            <a:ext cx="6939715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2.5 Tableau comparatif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976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6D07-F456-D767-B358-0C8839DE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E2FE9A-B35D-B0E1-57CD-F4B9C3B8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9EC0C2A-4205-ADE9-A062-2D782D2F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7D41C212-AA48-DF86-DE5F-F5CBC511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554283-020D-82E6-8517-2093652AA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8566E28-4558-265A-E6D0-8F5E01BD4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5888006-A0FF-5AB8-273A-783165832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8151745-23EC-5BA9-47A1-6543463B1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F16FEB-E86E-02AE-6B6B-1F47ECCCF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9D44386-3104-11EA-3057-17224E837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709712"/>
              </p:ext>
            </p:extLst>
          </p:nvPr>
        </p:nvGraphicFramePr>
        <p:xfrm>
          <a:off x="1483636" y="1116012"/>
          <a:ext cx="5598099" cy="3219607"/>
        </p:xfrm>
        <a:graphic>
          <a:graphicData uri="http://schemas.openxmlformats.org/drawingml/2006/table">
            <a:tbl>
              <a:tblPr/>
              <a:tblGrid>
                <a:gridCol w="2288274">
                  <a:extLst>
                    <a:ext uri="{9D8B030D-6E8A-4147-A177-3AD203B41FA5}">
                      <a16:colId xmlns:a16="http://schemas.microsoft.com/office/drawing/2014/main" val="3180467417"/>
                    </a:ext>
                  </a:extLst>
                </a:gridCol>
                <a:gridCol w="602715">
                  <a:extLst>
                    <a:ext uri="{9D8B030D-6E8A-4147-A177-3AD203B41FA5}">
                      <a16:colId xmlns:a16="http://schemas.microsoft.com/office/drawing/2014/main" val="1522679421"/>
                    </a:ext>
                  </a:extLst>
                </a:gridCol>
                <a:gridCol w="1460818">
                  <a:extLst>
                    <a:ext uri="{9D8B030D-6E8A-4147-A177-3AD203B41FA5}">
                      <a16:colId xmlns:a16="http://schemas.microsoft.com/office/drawing/2014/main" val="1321770414"/>
                    </a:ext>
                  </a:extLst>
                </a:gridCol>
                <a:gridCol w="1246292">
                  <a:extLst>
                    <a:ext uri="{9D8B030D-6E8A-4147-A177-3AD203B41FA5}">
                      <a16:colId xmlns:a16="http://schemas.microsoft.com/office/drawing/2014/main" val="3034939119"/>
                    </a:ext>
                  </a:extLst>
                </a:gridCol>
              </a:tblGrid>
              <a:tr h="53598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Critères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Levier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Manivelle (choisie)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Volant d’inertie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838686"/>
                  </a:ext>
                </a:extLst>
              </a:tr>
              <a:tr h="37916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Simplicité de mise en œuvre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19238"/>
                  </a:ext>
                </a:extLst>
              </a:tr>
              <a:tr h="37916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Réglage de l’effort utilisateur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227322"/>
                  </a:ext>
                </a:extLst>
              </a:tr>
              <a:tr h="385793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dirty="0">
                          <a:effectLst/>
                        </a:rPr>
                        <a:t>Poids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760567"/>
                  </a:ext>
                </a:extLst>
              </a:tr>
              <a:tr h="37916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Fiabilité en usage répété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245555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Adaptation à un système manuel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837172"/>
                  </a:ext>
                </a:extLst>
              </a:tr>
              <a:tr h="62433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retenu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26406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55A659FF-1766-35F3-9456-6E0EA0FFC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332" y="10333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Mécanisme d’actionnement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8FD0BD-F6E9-38CF-8357-626D4ECA6D3B}"/>
              </a:ext>
            </a:extLst>
          </p:cNvPr>
          <p:cNvSpPr txBox="1"/>
          <p:nvPr/>
        </p:nvSpPr>
        <p:spPr>
          <a:xfrm>
            <a:off x="904875" y="4501210"/>
            <a:ext cx="7553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+++ excellente, ++ très bonne, + bonne, = moyenne, - 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désavantageux 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, --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 très désavantageux</a:t>
            </a:r>
            <a:endParaRPr lang="fr-FR" sz="1200" dirty="0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BF70EC54-7E71-848D-270E-C3BA8929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49270"/>
            <a:ext cx="6939715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2.5 Tableau comparatif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033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1E04-EF59-8CD5-6720-994A7215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EFA66E-169A-C8BB-A1B2-4DBA2280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DB169C2-4BF1-FA82-943F-75D6EA498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D54F054D-D393-B05A-CC64-B9C441A0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009B4A-6523-BD51-8B2C-3584FC792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56E77AA-9B8D-1F33-4F16-8017E626E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A3CCF66-FA98-8DDD-99DA-BCCA69D8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A380752-418F-6EF5-6B9C-6D9EB2829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7E9803-BCAF-80C4-27E8-874A5C49A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CA621304-BB5C-5113-D9FB-7CC4A00D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D18DD1C-17AC-EAE3-8E74-CCDBEA80E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3498"/>
              </p:ext>
            </p:extLst>
          </p:nvPr>
        </p:nvGraphicFramePr>
        <p:xfrm>
          <a:off x="750112" y="954500"/>
          <a:ext cx="7619898" cy="3350260"/>
        </p:xfrm>
        <a:graphic>
          <a:graphicData uri="http://schemas.openxmlformats.org/drawingml/2006/table">
            <a:tbl>
              <a:tblPr/>
              <a:tblGrid>
                <a:gridCol w="1684644">
                  <a:extLst>
                    <a:ext uri="{9D8B030D-6E8A-4147-A177-3AD203B41FA5}">
                      <a16:colId xmlns:a16="http://schemas.microsoft.com/office/drawing/2014/main" val="1391813964"/>
                    </a:ext>
                  </a:extLst>
                </a:gridCol>
                <a:gridCol w="1372674">
                  <a:extLst>
                    <a:ext uri="{9D8B030D-6E8A-4147-A177-3AD203B41FA5}">
                      <a16:colId xmlns:a16="http://schemas.microsoft.com/office/drawing/2014/main" val="4195961084"/>
                    </a:ext>
                  </a:extLst>
                </a:gridCol>
                <a:gridCol w="813949">
                  <a:extLst>
                    <a:ext uri="{9D8B030D-6E8A-4147-A177-3AD203B41FA5}">
                      <a16:colId xmlns:a16="http://schemas.microsoft.com/office/drawing/2014/main" val="4041702775"/>
                    </a:ext>
                  </a:extLst>
                </a:gridCol>
                <a:gridCol w="1081277">
                  <a:extLst>
                    <a:ext uri="{9D8B030D-6E8A-4147-A177-3AD203B41FA5}">
                      <a16:colId xmlns:a16="http://schemas.microsoft.com/office/drawing/2014/main" val="1429376075"/>
                    </a:ext>
                  </a:extLst>
                </a:gridCol>
                <a:gridCol w="1333677">
                  <a:extLst>
                    <a:ext uri="{9D8B030D-6E8A-4147-A177-3AD203B41FA5}">
                      <a16:colId xmlns:a16="http://schemas.microsoft.com/office/drawing/2014/main" val="1800797640"/>
                    </a:ext>
                  </a:extLst>
                </a:gridCol>
                <a:gridCol w="1333677">
                  <a:extLst>
                    <a:ext uri="{9D8B030D-6E8A-4147-A177-3AD203B41FA5}">
                      <a16:colId xmlns:a16="http://schemas.microsoft.com/office/drawing/2014/main" val="3439654388"/>
                    </a:ext>
                  </a:extLst>
                </a:gridCol>
              </a:tblGrid>
              <a:tr h="18969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Critères</a:t>
                      </a: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rgbClr val="000000"/>
                          </a:solidFill>
                        </a:rPr>
                        <a:t>Tube régulé par gravité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fr-FR" sz="1000" dirty="0"/>
                    </a:p>
                    <a:p>
                      <a:pPr algn="ctr"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(choisi)</a:t>
                      </a: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Croix de Malte </a:t>
                      </a:r>
                    </a:p>
                    <a:p>
                      <a:pPr algn="ctr" rtl="0" fontAlgn="t">
                        <a:buNone/>
                      </a:pPr>
                      <a:endParaRPr lang="fr-FR" sz="1000" b="1" dirty="0">
                        <a:effectLst/>
                        <a:latin typeface="+mn-lt"/>
                      </a:endParaRPr>
                    </a:p>
                    <a:p>
                      <a:pPr algn="ctr" rtl="0" fontAlgn="t">
                        <a:buNone/>
                      </a:pP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latin typeface="+mn-lt"/>
                        </a:rPr>
                        <a:t>Tube à alimentation contrôlée par rouleaux</a:t>
                      </a:r>
                    </a:p>
                    <a:p>
                      <a:pPr algn="ctr" rtl="0" fontAlgn="t">
                        <a:buNone/>
                      </a:pP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rgbClr val="000000"/>
                          </a:solidFill>
                          <a:latin typeface="+mn-lt"/>
                        </a:rPr>
                        <a:t>Système came piston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fr-FR" sz="1000" b="1" dirty="0">
                        <a:latin typeface="+mn-lt"/>
                      </a:endParaRPr>
                    </a:p>
                    <a:p>
                      <a:pPr algn="ctr" rtl="0" fontAlgn="t">
                        <a:buNone/>
                      </a:pP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dirty="0">
                          <a:solidFill>
                            <a:srgbClr val="000000"/>
                          </a:solidFill>
                          <a:latin typeface="+mn-lt"/>
                        </a:rPr>
                        <a:t>Système à came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fr-FR" sz="1000" b="1" dirty="0">
                        <a:latin typeface="+mn-lt"/>
                      </a:endParaRPr>
                    </a:p>
                    <a:p>
                      <a:pPr algn="ctr" rtl="0" fontAlgn="t">
                        <a:buNone/>
                      </a:pPr>
                      <a:endParaRPr lang="fr-FR" sz="1000" b="1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4716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Séparation des balles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++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+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43986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Contrôle du positionnement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=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6739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Risque de coincement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--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2418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Simplicité de chargement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++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++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8301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fr-FR" sz="1000" dirty="0">
                          <a:effectLst/>
                          <a:latin typeface="+mn-lt"/>
                        </a:rPr>
                        <a:t>Encombrement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-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dirty="0">
                          <a:effectLst/>
                        </a:rPr>
                        <a:t>=</a:t>
                      </a: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7586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retenu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283266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E349CBD8-D974-4E51-BC68-56433976A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11" y="9545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itchFamily="2" charset="77"/>
              </a:rPr>
              <a:t>Systèmes de stockage des balles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F82DD01-2940-588A-6D27-0607B96C3A0F}"/>
              </a:ext>
            </a:extLst>
          </p:cNvPr>
          <p:cNvSpPr txBox="1"/>
          <p:nvPr/>
        </p:nvSpPr>
        <p:spPr>
          <a:xfrm>
            <a:off x="673461" y="4477643"/>
            <a:ext cx="7553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+++ excellente, ++ très bonne, + bonne, = moyenne, - 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désavantageux 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Poppins" pitchFamily="2" charset="77"/>
              </a:rPr>
              <a:t>, --</a:t>
            </a:r>
            <a:r>
              <a:rPr lang="fr-FR" sz="1200" dirty="0">
                <a:solidFill>
                  <a:srgbClr val="000000"/>
                </a:solidFill>
                <a:latin typeface="Poppins" pitchFamily="2" charset="77"/>
              </a:rPr>
              <a:t> très désavantageux</a:t>
            </a:r>
            <a:endParaRPr lang="fr-FR" sz="1200" dirty="0"/>
          </a:p>
        </p:txBody>
      </p:sp>
      <p:sp>
        <p:nvSpPr>
          <p:cNvPr id="20" name="Titre 2">
            <a:extLst>
              <a:ext uri="{FF2B5EF4-FFF2-40B4-BE49-F238E27FC236}">
                <a16:creationId xmlns:a16="http://schemas.microsoft.com/office/drawing/2014/main" id="{02A8632A-8C16-8575-710D-2595BB37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0421"/>
            <a:ext cx="6939715" cy="1072753"/>
          </a:xfrm>
        </p:spPr>
        <p:txBody>
          <a:bodyPr>
            <a:norm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2.5 Tableau comparatif</a:t>
            </a:r>
            <a:endParaRPr lang="fr-F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43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0F4D-C516-B3BE-6218-8F693049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D773EA-1EC5-BDB0-FA31-B435C06E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Description et analyse détaillées du mécanisme choisi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6B3FC9-0449-C524-5886-25D5C716EFA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30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168321-A9F1-992A-A0EB-617AC2C81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5" name="Image 4" descr="Une image contenant symbole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C3A98FE8-E378-3B23-DB8C-559714096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71" y="277039"/>
            <a:ext cx="3126135" cy="408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D94D-E874-3A0E-256C-FF7E57DE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18D679-9141-231E-FED9-121E50CD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31C0632-E2F8-8C45-8CE2-018E231F9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8FD1B62E-6C3F-1EDB-95B3-6BDB1282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1F0620-ACC7-73D4-7D97-935D9FFAC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B5C10C0-C663-A101-81DB-E963B04A5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38644DB-DC70-826B-A2ED-F39977EC0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CB17FB6-BCB0-F3F4-DE1D-8F157697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7F428-9936-526D-730A-550700E4E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D801700-2EEF-39A1-5195-5C7CDCACA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11D3BC8-0EB0-B381-882F-589FBE22F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C58C81E-3F17-F2D8-8B95-A6737935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1" r="3759"/>
          <a:stretch>
            <a:fillRect/>
          </a:stretch>
        </p:blipFill>
        <p:spPr>
          <a:xfrm>
            <a:off x="3948494" y="730300"/>
            <a:ext cx="5195506" cy="3243464"/>
          </a:xfrm>
          <a:prstGeom prst="rect">
            <a:avLst/>
          </a:prstGeom>
        </p:spPr>
      </p:pic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C973ACF6-27C2-1C3F-697A-3A6607320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93519"/>
              </p:ext>
            </p:extLst>
          </p:nvPr>
        </p:nvGraphicFramePr>
        <p:xfrm>
          <a:off x="638707" y="1344612"/>
          <a:ext cx="3241381" cy="2961380"/>
        </p:xfrm>
        <a:graphic>
          <a:graphicData uri="http://schemas.openxmlformats.org/drawingml/2006/table">
            <a:tbl>
              <a:tblPr/>
              <a:tblGrid>
                <a:gridCol w="438682">
                  <a:extLst>
                    <a:ext uri="{9D8B030D-6E8A-4147-A177-3AD203B41FA5}">
                      <a16:colId xmlns:a16="http://schemas.microsoft.com/office/drawing/2014/main" val="2403139043"/>
                    </a:ext>
                  </a:extLst>
                </a:gridCol>
                <a:gridCol w="2802699">
                  <a:extLst>
                    <a:ext uri="{9D8B030D-6E8A-4147-A177-3AD203B41FA5}">
                      <a16:colId xmlns:a16="http://schemas.microsoft.com/office/drawing/2014/main" val="3144843564"/>
                    </a:ext>
                  </a:extLst>
                </a:gridCol>
              </a:tblGrid>
              <a:tr h="403730">
                <a:tc>
                  <a:txBody>
                    <a:bodyPr/>
                    <a:lstStyle/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Composants</a:t>
                      </a:r>
                      <a:endParaRPr lang="fr-FR" sz="1800" dirty="0">
                        <a:effectLst/>
                        <a:latin typeface="+mj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98672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(A)</a:t>
                      </a:r>
                      <a:endParaRPr lang="fr-FR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Système de transmission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56836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Système de lancement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92221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(C)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Manivelle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76922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(D)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b="1" dirty="0">
                          <a:effectLst/>
                        </a:rPr>
                        <a:t>Mécanisme d’inclinaison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531415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Châssis 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00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098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0A4D-359E-843D-2EAA-DFEA5F9F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306147-A295-F2EF-E9D6-A69B7F8A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8E0861-8D1B-FE89-3716-E63D9014F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404" y="248502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7CA0DB4A-2481-2BBF-6013-16E48DA9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07F413-74EC-B9C8-BE69-F44D84E93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61F2E2F-B938-ED21-8EE2-AB9A75B4C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EF7322A-F2F7-DAD1-FDE8-408C3B499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2C54DCC-F0E2-386B-656D-4748945D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D57496-7EC4-E45B-3CE7-A5BCFF6BB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20AC635-5EF5-D688-A935-A901CB4CF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EF1C171-E108-8D46-ADFC-99B2B1AB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E269E38-B643-2D52-525F-3C71BC417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63103"/>
              </p:ext>
            </p:extLst>
          </p:nvPr>
        </p:nvGraphicFramePr>
        <p:xfrm>
          <a:off x="638707" y="1344612"/>
          <a:ext cx="3241381" cy="2961380"/>
        </p:xfrm>
        <a:graphic>
          <a:graphicData uri="http://schemas.openxmlformats.org/drawingml/2006/table">
            <a:tbl>
              <a:tblPr/>
              <a:tblGrid>
                <a:gridCol w="438682">
                  <a:extLst>
                    <a:ext uri="{9D8B030D-6E8A-4147-A177-3AD203B41FA5}">
                      <a16:colId xmlns:a16="http://schemas.microsoft.com/office/drawing/2014/main" val="2403139043"/>
                    </a:ext>
                  </a:extLst>
                </a:gridCol>
                <a:gridCol w="2802699">
                  <a:extLst>
                    <a:ext uri="{9D8B030D-6E8A-4147-A177-3AD203B41FA5}">
                      <a16:colId xmlns:a16="http://schemas.microsoft.com/office/drawing/2014/main" val="3144843564"/>
                    </a:ext>
                  </a:extLst>
                </a:gridCol>
              </a:tblGrid>
              <a:tr h="403730">
                <a:tc>
                  <a:txBody>
                    <a:bodyPr/>
                    <a:lstStyle/>
                    <a:p>
                      <a:pPr fontAlgn="t"/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Composants</a:t>
                      </a:r>
                      <a:endParaRPr lang="fr-FR" sz="1800" dirty="0">
                        <a:effectLst/>
                        <a:latin typeface="+mj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98672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(A)</a:t>
                      </a:r>
                      <a:endParaRPr lang="fr-FR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Système de transmission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56836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Système de lancement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92221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(C)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Manivelle</a:t>
                      </a:r>
                      <a:br>
                        <a:rPr lang="fr-FR" dirty="0">
                          <a:effectLst/>
                        </a:rPr>
                      </a:b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76922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(D)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b="1" dirty="0">
                          <a:effectLst/>
                        </a:rPr>
                        <a:t>Mécanisme d’inclinaison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531415"/>
                  </a:ext>
                </a:extLst>
              </a:tr>
              <a:tr h="40373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(E)</a:t>
                      </a:r>
                      <a:endParaRPr lang="fr-FR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3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Châssis 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00588"/>
                  </a:ext>
                </a:extLst>
              </a:tr>
            </a:tbl>
          </a:graphicData>
        </a:graphic>
      </p:graphicFrame>
      <p:pic>
        <p:nvPicPr>
          <p:cNvPr id="17" name="Image 16" descr="Une image contenant photocopieur&#10;&#10;Le contenu généré par l’IA peut être incorrect.">
            <a:extLst>
              <a:ext uri="{FF2B5EF4-FFF2-40B4-BE49-F238E27FC236}">
                <a16:creationId xmlns:a16="http://schemas.microsoft.com/office/drawing/2014/main" id="{15DB0692-C937-EED1-F29B-018F7F64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34"/>
          <a:stretch>
            <a:fillRect/>
          </a:stretch>
        </p:blipFill>
        <p:spPr>
          <a:xfrm>
            <a:off x="3991264" y="195263"/>
            <a:ext cx="5195505" cy="413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4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E511-4715-0474-05FE-1E0303D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889FF3-79E0-9FAC-74E1-6C2F454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B219E10-2925-C6DE-3CB1-2AB5F2550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1EE74820-7389-6B64-434E-09DAAF09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7FF6D0-8D38-71DC-F2E1-6D2170446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DD8F1AC-E569-3F2E-5CCF-1BED26C7F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4CDF37A-7BDD-DDA8-AF64-13BE360AC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6A1F43E-768F-08D7-C6BE-EEC5BBE3A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BC65A3-1F01-5C5F-D02D-334389DAF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6EF0769-A328-50B6-13CE-ECFC62D0E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180F91C-DBC3-7B7B-7E62-C0C6F3B00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2519CB2C-20E5-C229-67ED-66AB643E9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" y="1077637"/>
            <a:ext cx="3894958" cy="2961980"/>
          </a:xfrm>
          <a:prstGeom prst="rect">
            <a:avLst/>
          </a:prstGeom>
        </p:spPr>
      </p:pic>
      <p:pic>
        <p:nvPicPr>
          <p:cNvPr id="26" name="Image 25" descr="Une image contenant outil&#10;&#10;Le contenu généré par l’IA peut être incorrect.">
            <a:extLst>
              <a:ext uri="{FF2B5EF4-FFF2-40B4-BE49-F238E27FC236}">
                <a16:creationId xmlns:a16="http://schemas.microsoft.com/office/drawing/2014/main" id="{F28CD7D7-C403-E4A0-B998-99FF2E747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76" y="1116012"/>
            <a:ext cx="4561881" cy="303049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F8E7B8A2-51C0-B01D-DA18-27487D8BC04C}"/>
              </a:ext>
            </a:extLst>
          </p:cNvPr>
          <p:cNvSpPr txBox="1"/>
          <p:nvPr/>
        </p:nvSpPr>
        <p:spPr>
          <a:xfrm>
            <a:off x="1250334" y="211592"/>
            <a:ext cx="6172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3.1 Système d’engrenage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484653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DBD3-E8F2-EC0E-65E0-82D514D4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CA001A-9135-2116-036F-031D0E43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929C13-AFAC-778D-539F-58989075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28D4EB92-06E2-7A08-AD13-941923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E2956F-96AD-B5D1-BB14-4403E63DF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9D39E0B-6628-6AC3-F186-DC36FA49F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E015CE8-F20E-FEBC-13D2-BAD25A407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5FEC7DA-01C6-F3FA-B7E2-1647E699A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C0A3FD-D0E9-492F-C697-CF137EE7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39983AC-DD36-47A3-1ECC-48234427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70F3E1C-C2F9-6167-EB84-E9EC7FCF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2" name="Image 21" descr="Une image contenant croquis, illustration&#10;&#10;Le contenu généré par l’IA peut être incorrect.">
            <a:extLst>
              <a:ext uri="{FF2B5EF4-FFF2-40B4-BE49-F238E27FC236}">
                <a16:creationId xmlns:a16="http://schemas.microsoft.com/office/drawing/2014/main" id="{98A7670F-AF6F-0A33-9590-B54466E5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832" y="599648"/>
            <a:ext cx="5978269" cy="3919141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E404D62C-F593-A772-5339-7616E02A68A6}"/>
              </a:ext>
            </a:extLst>
          </p:cNvPr>
          <p:cNvSpPr txBox="1"/>
          <p:nvPr/>
        </p:nvSpPr>
        <p:spPr>
          <a:xfrm>
            <a:off x="1250334" y="211592"/>
            <a:ext cx="6172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3.2 Système de compression du ressort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178363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D7F6-BFCA-40D7-D52F-AC1AE0686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B1BF60-C970-C187-ED3D-92BAB416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ECA9835-AABF-F6D9-41DE-8C8266AC2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F2C114E-EA86-2F0A-3381-E8AC0B8A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E874A3-1D44-2763-710D-4887EC15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68A6E7F-705E-D30C-E006-36E8C57C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261B671-9BE4-DF5C-4F34-3EBC16BB1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8A584D4-D081-91B8-D0E1-8A7A4B2B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48E751-A015-A019-40BF-0713D2A5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5DFC301-BA32-BC43-059B-1A7A02145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66E8B3D-290C-E9E0-DCA7-242124FF9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ED64A15-D034-5E31-E58A-FADA4EE60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489" y="3222496"/>
            <a:ext cx="2077667" cy="89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DCAED8C-221B-717D-1278-3B0F5ACA1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5930297" y="1227804"/>
            <a:ext cx="2623731" cy="96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 descr="Une image contenant machine, levier&#10;&#10;Le contenu généré par l’IA peut être incorrect.">
            <a:extLst>
              <a:ext uri="{FF2B5EF4-FFF2-40B4-BE49-F238E27FC236}">
                <a16:creationId xmlns:a16="http://schemas.microsoft.com/office/drawing/2014/main" id="{7F4662C9-B710-EF6B-BF08-04CEC0B23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61" y="853866"/>
            <a:ext cx="4780922" cy="343576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9DC98168-31B5-BBB7-4010-9F48CA161F2E}"/>
              </a:ext>
            </a:extLst>
          </p:cNvPr>
          <p:cNvSpPr txBox="1"/>
          <p:nvPr/>
        </p:nvSpPr>
        <p:spPr>
          <a:xfrm>
            <a:off x="1250334" y="211592"/>
            <a:ext cx="6172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3.3 Système de chargement des balles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2761362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9F3D-7D15-3B8D-F1DF-DABFD7EA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FC4E6B-7939-09D0-8EA7-E6382EEF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EE0DF12-B7B0-1795-31F9-07B9A7C66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D4F9FAFA-172F-2F0E-D556-2D16B6C5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72E778-D296-88F3-7915-004BD5EC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F6C4859-FE73-2951-ECB5-28020F49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9F555AD-40F7-6A46-D576-9434895C3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785FD79-3F03-1645-3744-642C5A69E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70852A-9A96-31E9-7B08-996F2640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94A6E86-FB7C-9470-EDFD-FF7A5D2F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4625BF4-2ADE-9DF9-8CA7-02CE37CAC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 descr="Une image contenant croquis&#10;&#10;Le contenu généré par l’IA peut être incorrect.">
            <a:extLst>
              <a:ext uri="{FF2B5EF4-FFF2-40B4-BE49-F238E27FC236}">
                <a16:creationId xmlns:a16="http://schemas.microsoft.com/office/drawing/2014/main" id="{DDF07568-63AC-99DF-74BE-DB9F7990F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81" y="1393469"/>
            <a:ext cx="2735376" cy="2040527"/>
          </a:xfrm>
          <a:prstGeom prst="rect">
            <a:avLst/>
          </a:prstGeom>
        </p:spPr>
      </p:pic>
      <p:pic>
        <p:nvPicPr>
          <p:cNvPr id="15" name="Image 14" descr="Une image contenant croquis, illustration, conception, art&#10;&#10;Le contenu généré par l’IA peut être incorrect.">
            <a:extLst>
              <a:ext uri="{FF2B5EF4-FFF2-40B4-BE49-F238E27FC236}">
                <a16:creationId xmlns:a16="http://schemas.microsoft.com/office/drawing/2014/main" id="{5F0D339D-A4A3-9BB5-E0E4-D1BAAAB58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107" y="1311861"/>
            <a:ext cx="2413310" cy="2420713"/>
          </a:xfrm>
          <a:prstGeom prst="rect">
            <a:avLst/>
          </a:prstGeom>
        </p:spPr>
      </p:pic>
      <p:pic>
        <p:nvPicPr>
          <p:cNvPr id="17" name="Image 16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55DC861F-8198-4906-63AD-593B6FDAF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438" y="1023477"/>
            <a:ext cx="3382634" cy="278051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3E679C6-4CCB-F3C2-66F7-F2326B323848}"/>
              </a:ext>
            </a:extLst>
          </p:cNvPr>
          <p:cNvSpPr txBox="1"/>
          <p:nvPr/>
        </p:nvSpPr>
        <p:spPr>
          <a:xfrm>
            <a:off x="1250334" y="211592"/>
            <a:ext cx="6172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3.4 Système d’inclinaison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1572706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 descr="Une image contenant croquis, dessin, diagramme, Dessin au trait&#10;&#10;Le contenu généré par l’IA peut être incorrect.">
            <a:extLst>
              <a:ext uri="{FF2B5EF4-FFF2-40B4-BE49-F238E27FC236}">
                <a16:creationId xmlns:a16="http://schemas.microsoft.com/office/drawing/2014/main" id="{55AC86BE-42D0-EFD6-B7E8-E6AB5FC41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957" y="1467408"/>
            <a:ext cx="3104174" cy="1921385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1FDD82-7023-9728-FB85-26FE0CD0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3AAF2C-8E1E-AE26-4170-B2541A4A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A77DBE-EEA2-2719-01B4-06B745DD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10" name="Image 9" descr="Une image contenant croquis, dessin, Dessin au trait, diagramme&#10;&#10;Le contenu généré par l’IA peut être incorrect.">
            <a:extLst>
              <a:ext uri="{FF2B5EF4-FFF2-40B4-BE49-F238E27FC236}">
                <a16:creationId xmlns:a16="http://schemas.microsoft.com/office/drawing/2014/main" id="{CC0B625D-035F-D440-1380-502C8A26B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397" y="1241425"/>
            <a:ext cx="2701132" cy="2147368"/>
          </a:xfrm>
          <a:prstGeom prst="rect">
            <a:avLst/>
          </a:prstGeom>
        </p:spPr>
      </p:pic>
      <p:pic>
        <p:nvPicPr>
          <p:cNvPr id="12" name="Image 11" descr="Une image contenant croquis, dessin, Dessin au trait, Dessin d’enfant&#10;&#10;Le contenu généré par l’IA peut être incorrect.">
            <a:extLst>
              <a:ext uri="{FF2B5EF4-FFF2-40B4-BE49-F238E27FC236}">
                <a16:creationId xmlns:a16="http://schemas.microsoft.com/office/drawing/2014/main" id="{5C9F0CE7-796D-E1F2-DC3B-37E753349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81" y="1241425"/>
            <a:ext cx="3059859" cy="237335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055D779-1430-4E7F-53DA-5E25DFE9404B}"/>
              </a:ext>
            </a:extLst>
          </p:cNvPr>
          <p:cNvSpPr txBox="1"/>
          <p:nvPr/>
        </p:nvSpPr>
        <p:spPr>
          <a:xfrm>
            <a:off x="1086928" y="612475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1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F9E690A-9AD7-1EE3-887F-A15045B6A3D4}"/>
              </a:ext>
            </a:extLst>
          </p:cNvPr>
          <p:cNvSpPr/>
          <p:nvPr/>
        </p:nvSpPr>
        <p:spPr>
          <a:xfrm>
            <a:off x="902065" y="621101"/>
            <a:ext cx="747242" cy="6518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CC82154-4432-FEDF-4E6B-8F3ABF4B95AB}"/>
              </a:ext>
            </a:extLst>
          </p:cNvPr>
          <p:cNvSpPr/>
          <p:nvPr/>
        </p:nvSpPr>
        <p:spPr>
          <a:xfrm>
            <a:off x="5778305" y="621101"/>
            <a:ext cx="747242" cy="6518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FC35FE-1059-3A42-25BA-2773653140FB}"/>
              </a:ext>
            </a:extLst>
          </p:cNvPr>
          <p:cNvSpPr txBox="1"/>
          <p:nvPr/>
        </p:nvSpPr>
        <p:spPr>
          <a:xfrm>
            <a:off x="2279531" y="2421097"/>
            <a:ext cx="4576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+mj-lt"/>
              </a:rPr>
              <a:t>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6B612E8-DC3A-7080-EEE1-88F369A3EFF7}"/>
              </a:ext>
            </a:extLst>
          </p:cNvPr>
          <p:cNvSpPr txBox="1"/>
          <p:nvPr/>
        </p:nvSpPr>
        <p:spPr>
          <a:xfrm>
            <a:off x="5953779" y="654656"/>
            <a:ext cx="4576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+mj-lt"/>
              </a:rPr>
              <a:t>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E51AAF2-9631-B74A-CF29-D1E9EB15EC38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8.2 </a:t>
            </a:r>
          </a:p>
        </p:txBody>
      </p:sp>
    </p:spTree>
    <p:extLst>
      <p:ext uri="{BB962C8B-B14F-4D97-AF65-F5344CB8AC3E}">
        <p14:creationId xmlns:p14="http://schemas.microsoft.com/office/powerpoint/2010/main" val="381437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25FC1-2B02-86E2-ED22-B5F6F256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02A541-5D6D-7E91-5A64-A90F1E03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6CABC38-1310-0DA4-56C1-F46515CA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272" y="25842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DD7F76D1-0EA6-00D5-14FC-4E4B940F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E9206B-46B1-EA6B-9736-D88059594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6CF241C-FC3A-3DD8-6895-33310C509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61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B3629A4-BF1E-CABC-2F2D-F271E88A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46" y="1116012"/>
            <a:ext cx="9570951" cy="48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0D69CC4-2D68-6DE5-4EC2-A149521D3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796" y="111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5CF179-5A6B-2710-6072-511ABC406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682" y="1252490"/>
            <a:ext cx="9529440" cy="4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DB3678A-E64F-1372-D2BE-AFEB0B02A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334" y="1117784"/>
            <a:ext cx="10073763" cy="48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BCF1CDA-EF58-E123-53D3-72A7E1E9C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1475"/>
            <a:ext cx="8573933" cy="2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37D6B4E-5965-32C6-151D-99BA17453D63}"/>
              </a:ext>
            </a:extLst>
          </p:cNvPr>
          <p:cNvSpPr txBox="1"/>
          <p:nvPr/>
        </p:nvSpPr>
        <p:spPr>
          <a:xfrm>
            <a:off x="1250334" y="211592"/>
            <a:ext cx="6172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3.5 Système de blocage</a:t>
            </a:r>
            <a:endParaRPr lang="fr-FR" sz="3000" dirty="0"/>
          </a:p>
        </p:txBody>
      </p:sp>
      <p:pic>
        <p:nvPicPr>
          <p:cNvPr id="21" name="Image 20" descr="Une image contenant croquis, dessin, diagramme, Dessin au trait&#10;&#10;Le contenu généré par l’IA peut être incorrect.">
            <a:extLst>
              <a:ext uri="{FF2B5EF4-FFF2-40B4-BE49-F238E27FC236}">
                <a16:creationId xmlns:a16="http://schemas.microsoft.com/office/drawing/2014/main" id="{6BD6533F-F7F8-4D10-C7D3-6D1CBCFD5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87" y="765590"/>
            <a:ext cx="5975017" cy="369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60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D37A-2332-D20F-A622-F6550656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3CD2C-4C59-43E8-2B81-6D6DC328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Physique du mécanisme et Dimensionnement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296F58-5FAD-5107-7E25-CA3787F4DE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39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1291875-ADBD-DAF9-263F-EE5BA56F0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4" name="Image 3" descr="Une image contenant texte, Graphique, Police, conception&#10;&#10;Le contenu généré par l’IA peut être incorrect.">
            <a:extLst>
              <a:ext uri="{FF2B5EF4-FFF2-40B4-BE49-F238E27FC236}">
                <a16:creationId xmlns:a16="http://schemas.microsoft.com/office/drawing/2014/main" id="{B20A73E5-67DC-0113-451E-D992C32E1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962025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4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AA7C-5704-552C-7A87-7B8CA27B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6856B6A-ACC7-E72C-D521-78A963936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741761"/>
            <a:ext cx="7726363" cy="51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333333"/>
                </a:solidFill>
                <a:latin typeface="+mj-lt"/>
              </a:rPr>
              <a:t>4</a:t>
            </a:r>
            <a:r>
              <a:rPr lang="fr-FR" sz="1800" dirty="0">
                <a:solidFill>
                  <a:srgbClr val="333333"/>
                </a:solidFill>
                <a:latin typeface="+mj-lt"/>
              </a:rPr>
              <a:t>.1.1. </a:t>
            </a:r>
            <a:r>
              <a:rPr lang="fr-FR" sz="1800" b="1" dirty="0">
                <a:solidFill>
                  <a:srgbClr val="333333"/>
                </a:solidFill>
                <a:latin typeface="+mj-lt"/>
              </a:rPr>
              <a:t>Calcul de l'énergie cinétique nécessaire pour lancer la balle de squash</a:t>
            </a:r>
          </a:p>
          <a:p>
            <a:pPr marL="0" indent="0">
              <a:buNone/>
            </a:pPr>
            <a:endParaRPr lang="fr-FR" b="1" dirty="0">
              <a:solidFill>
                <a:srgbClr val="333333"/>
              </a:solidFill>
              <a:latin typeface="Arial-BoldMT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A81B284-9AD9-0156-F22D-5B7BB42B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5784683" cy="464722"/>
          </a:xfrm>
        </p:spPr>
        <p:txBody>
          <a:bodyPr>
            <a:normAutofit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.1 Système de lancement des balles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66EC37-FBD2-6C8B-F65E-51F35BF5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4A8251-F005-1BFA-8473-941BF6FCA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6F078C8-C284-48D6-04A2-91A2DFC1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13" name="Image 12" descr="Une image contenant Police, blanc, texte, typographie&#10;&#10;Le contenu généré par l’IA peut être incorrect.">
            <a:extLst>
              <a:ext uri="{FF2B5EF4-FFF2-40B4-BE49-F238E27FC236}">
                <a16:creationId xmlns:a16="http://schemas.microsoft.com/office/drawing/2014/main" id="{AD404C96-C744-61FE-8E84-C6D43285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20" t="-5883"/>
          <a:stretch/>
        </p:blipFill>
        <p:spPr>
          <a:xfrm>
            <a:off x="904875" y="1364533"/>
            <a:ext cx="1394153" cy="4160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2BF358F-5D4B-DB6D-AE40-9726B406A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46" y="1814514"/>
            <a:ext cx="6867525" cy="684612"/>
          </a:xfrm>
          <a:prstGeom prst="rect">
            <a:avLst/>
          </a:prstGeom>
        </p:spPr>
      </p:pic>
      <p:sp>
        <p:nvSpPr>
          <p:cNvPr id="20" name="Espace réservé du contenu 1">
            <a:extLst>
              <a:ext uri="{FF2B5EF4-FFF2-40B4-BE49-F238E27FC236}">
                <a16:creationId xmlns:a16="http://schemas.microsoft.com/office/drawing/2014/main" id="{291A03E3-E821-5C87-D203-4F467D1903E8}"/>
              </a:ext>
            </a:extLst>
          </p:cNvPr>
          <p:cNvSpPr txBox="1">
            <a:spLocks/>
          </p:cNvSpPr>
          <p:nvPr/>
        </p:nvSpPr>
        <p:spPr>
          <a:xfrm>
            <a:off x="708817" y="2571750"/>
            <a:ext cx="7726363" cy="510544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solidFill>
                  <a:srgbClr val="333333"/>
                </a:solidFill>
                <a:latin typeface="+mj-lt"/>
              </a:rPr>
              <a:t>4.1.2. </a:t>
            </a:r>
            <a:r>
              <a:rPr lang="fr-FR" b="1" dirty="0">
                <a:latin typeface="+mj-lt"/>
              </a:rPr>
              <a:t>Calcul du moment de force et du couple transmis par l'homme</a:t>
            </a:r>
            <a:endParaRPr lang="fr-FR" b="1" dirty="0">
              <a:solidFill>
                <a:srgbClr val="333333"/>
              </a:solidFill>
              <a:latin typeface="+mj-lt"/>
            </a:endParaRPr>
          </a:p>
          <a:p>
            <a:pPr marL="0" indent="0">
              <a:buFont typeface="Wingdings" pitchFamily="2" charset="2"/>
              <a:buNone/>
            </a:pPr>
            <a:endParaRPr lang="fr-FR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C37371D-513D-E894-EF86-5BE5B2E03536}"/>
              </a:ext>
            </a:extLst>
          </p:cNvPr>
          <p:cNvSpPr/>
          <p:nvPr/>
        </p:nvSpPr>
        <p:spPr>
          <a:xfrm>
            <a:off x="6689558" y="1865119"/>
            <a:ext cx="875899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5A52060-3417-6901-3684-E98606D6A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46" y="3958265"/>
            <a:ext cx="3623912" cy="431418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BEE99A-D475-6E46-654B-A6A6A6ED2606}"/>
              </a:ext>
            </a:extLst>
          </p:cNvPr>
          <p:cNvSpPr/>
          <p:nvPr/>
        </p:nvSpPr>
        <p:spPr>
          <a:xfrm>
            <a:off x="3652888" y="3860479"/>
            <a:ext cx="875899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29CCE43-BA8D-4FF8-3BC2-69A21C09B1FE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BFE276-05EE-2761-2A2C-663D067AD6F4}"/>
              </a:ext>
            </a:extLst>
          </p:cNvPr>
          <p:cNvSpPr txBox="1"/>
          <p:nvPr/>
        </p:nvSpPr>
        <p:spPr>
          <a:xfrm>
            <a:off x="818246" y="4493323"/>
            <a:ext cx="673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Ainsi, le couple maximal transmis par le mécanisme de réduction est de 50 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fr-FR" sz="11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</a:t>
            </a:r>
            <a:endParaRPr lang="fr-FR" dirty="0"/>
          </a:p>
        </p:txBody>
      </p:sp>
      <p:pic>
        <p:nvPicPr>
          <p:cNvPr id="31" name="Image 30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9E593D2-70A0-A9D5-E661-D2E3842E1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940314"/>
            <a:ext cx="2685916" cy="587799"/>
          </a:xfrm>
          <a:prstGeom prst="rect">
            <a:avLst/>
          </a:prstGeom>
        </p:spPr>
      </p:pic>
      <p:pic>
        <p:nvPicPr>
          <p:cNvPr id="33" name="Image 32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0EB81A71-655B-7680-C6C8-EA51AD87E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228" y="3463185"/>
            <a:ext cx="2716563" cy="387159"/>
          </a:xfrm>
          <a:prstGeom prst="rect">
            <a:avLst/>
          </a:prstGeom>
        </p:spPr>
      </p:pic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4AAFF6F9-C3E4-1F51-4465-54E5F500F139}"/>
              </a:ext>
            </a:extLst>
          </p:cNvPr>
          <p:cNvSpPr/>
          <p:nvPr/>
        </p:nvSpPr>
        <p:spPr>
          <a:xfrm>
            <a:off x="2921318" y="3028939"/>
            <a:ext cx="514647" cy="4105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60405F57-424C-7AF2-833F-4B11634A2C96}"/>
              </a:ext>
            </a:extLst>
          </p:cNvPr>
          <p:cNvSpPr/>
          <p:nvPr/>
        </p:nvSpPr>
        <p:spPr>
          <a:xfrm>
            <a:off x="2776924" y="3528113"/>
            <a:ext cx="726671" cy="32223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124176-5A03-69E6-4B5A-57F08B3AC344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2.1 </a:t>
            </a:r>
          </a:p>
        </p:txBody>
      </p:sp>
      <p:pic>
        <p:nvPicPr>
          <p:cNvPr id="7" name="Image 6" descr="Une image contenant sport, personne, Condition physique, mur&#10;&#10;Le contenu généré par l’IA peut être incorrect.">
            <a:extLst>
              <a:ext uri="{FF2B5EF4-FFF2-40B4-BE49-F238E27FC236}">
                <a16:creationId xmlns:a16="http://schemas.microsoft.com/office/drawing/2014/main" id="{E686C232-E277-BC83-5F0C-7D84828F9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141" y="2940314"/>
            <a:ext cx="2164422" cy="137898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34B25CA-038A-A0A1-BB40-B41C99E50A88}"/>
              </a:ext>
            </a:extLst>
          </p:cNvPr>
          <p:cNvSpPr txBox="1"/>
          <p:nvPr/>
        </p:nvSpPr>
        <p:spPr>
          <a:xfrm>
            <a:off x="4571998" y="4318393"/>
            <a:ext cx="48112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Pointage de l’enregistrement du mouvement de rotation de la manivelle.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08BDD2D-8062-FE2E-2668-32F0CB451CFF}"/>
              </a:ext>
            </a:extLst>
          </p:cNvPr>
          <p:cNvSpPr txBox="1"/>
          <p:nvPr/>
        </p:nvSpPr>
        <p:spPr>
          <a:xfrm>
            <a:off x="7989248" y="2987931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10.3 </a:t>
            </a:r>
          </a:p>
        </p:txBody>
      </p:sp>
    </p:spTree>
    <p:extLst>
      <p:ext uri="{BB962C8B-B14F-4D97-AF65-F5344CB8AC3E}">
        <p14:creationId xmlns:p14="http://schemas.microsoft.com/office/powerpoint/2010/main" val="55819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13D8-6029-7F6B-AC0C-802CA57D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16C9DF-741F-E98B-7609-82775EA5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499230"/>
            <a:ext cx="7726363" cy="51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0" i="0" u="none" strike="noStrike" dirty="0">
                <a:solidFill>
                  <a:srgbClr val="434343"/>
                </a:solidFill>
                <a:effectLst/>
                <a:latin typeface="+mj-lt"/>
              </a:rPr>
              <a:t>4.1.3. </a:t>
            </a:r>
            <a:r>
              <a:rPr lang="fr-FR" b="1" dirty="0">
                <a:latin typeface="+mj-lt"/>
              </a:rPr>
              <a:t>Calcul de la constante du ressort nécessaire pour le lancement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2AC84D-3BA1-3DF3-5CDA-2F1ECD9F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004ED70-F142-3A05-9B85-B4D15E89F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E56A1A95-3396-9D4B-F1EE-B3EC991F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pic>
        <p:nvPicPr>
          <p:cNvPr id="7" name="Image 6" descr="Une image contenant Police, blanc, texte, Graphique&#10;&#10;Le contenu généré par l’IA peut être incorrect.">
            <a:extLst>
              <a:ext uri="{FF2B5EF4-FFF2-40B4-BE49-F238E27FC236}">
                <a16:creationId xmlns:a16="http://schemas.microsoft.com/office/drawing/2014/main" id="{A458BC8A-E6D4-0DE1-8CCD-0371CEF7F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9" y="961758"/>
            <a:ext cx="1510789" cy="51054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63B91-D009-3C4C-4263-B3244ADB7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9" y="1423053"/>
            <a:ext cx="6221373" cy="572903"/>
          </a:xfrm>
          <a:prstGeom prst="rect">
            <a:avLst/>
          </a:prstGeom>
        </p:spPr>
      </p:pic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D2BB808-00B7-5B76-2D91-A2F8DDA3CA82}"/>
              </a:ext>
            </a:extLst>
          </p:cNvPr>
          <p:cNvSpPr/>
          <p:nvPr/>
        </p:nvSpPr>
        <p:spPr>
          <a:xfrm>
            <a:off x="5818572" y="1404402"/>
            <a:ext cx="1028822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3585305A-98C4-3016-6DC4-CA97906A0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790165"/>
              </p:ext>
            </p:extLst>
          </p:nvPr>
        </p:nvGraphicFramePr>
        <p:xfrm>
          <a:off x="904875" y="2214647"/>
          <a:ext cx="7247723" cy="1295400"/>
        </p:xfrm>
        <a:graphic>
          <a:graphicData uri="http://schemas.openxmlformats.org/drawingml/2006/table">
            <a:tbl>
              <a:tblPr/>
              <a:tblGrid>
                <a:gridCol w="876730">
                  <a:extLst>
                    <a:ext uri="{9D8B030D-6E8A-4147-A177-3AD203B41FA5}">
                      <a16:colId xmlns:a16="http://schemas.microsoft.com/office/drawing/2014/main" val="1937354962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2907424571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155265386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3610292546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3081224088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1336470778"/>
                    </a:ext>
                  </a:extLst>
                </a:gridCol>
                <a:gridCol w="876730">
                  <a:extLst>
                    <a:ext uri="{9D8B030D-6E8A-4147-A177-3AD203B41FA5}">
                      <a16:colId xmlns:a16="http://schemas.microsoft.com/office/drawing/2014/main" val="479055867"/>
                    </a:ext>
                  </a:extLst>
                </a:gridCol>
                <a:gridCol w="1110613">
                  <a:extLst>
                    <a:ext uri="{9D8B030D-6E8A-4147-A177-3AD203B41FA5}">
                      <a16:colId xmlns:a16="http://schemas.microsoft.com/office/drawing/2014/main" val="3399090607"/>
                    </a:ext>
                  </a:extLst>
                </a:gridCol>
              </a:tblGrid>
              <a:tr h="330200">
                <a:tc gridSpan="8"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buNone/>
                      </a:pPr>
                      <a:r>
                        <a:rPr lang="fr-FR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Ressort choisi</a:t>
                      </a:r>
                      <a:endParaRPr lang="fr-FR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31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diamètre du fil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diamètre ressort externe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diamètre ressort interne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longueur libre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longueur sous charge max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max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Force max</a:t>
                      </a:r>
                      <a:endParaRPr lang="fr-FR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 ressort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constante d'élasticité k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719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5,00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55,00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45,00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195,00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61,60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133,40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784,53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5980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218380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19BB116C-2516-4D5F-CE8F-4241C13B1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26082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9" name="Image 18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7D69613B-4041-7F1E-65ED-019429196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05" y="3662595"/>
            <a:ext cx="2971800" cy="457200"/>
          </a:xfrm>
          <a:prstGeom prst="rect">
            <a:avLst/>
          </a:prstGeom>
        </p:spPr>
      </p:pic>
      <p:pic>
        <p:nvPicPr>
          <p:cNvPr id="21" name="Image 20" descr="Une image contenant texte, Polic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5CB6F5C6-FAE5-A306-777F-4242440AF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4119795"/>
            <a:ext cx="3487153" cy="482837"/>
          </a:xfrm>
          <a:prstGeom prst="rect">
            <a:avLst/>
          </a:prstGeom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496C8BC-618F-FFEA-F021-E6C12CC75EA4}"/>
              </a:ext>
            </a:extLst>
          </p:cNvPr>
          <p:cNvSpPr/>
          <p:nvPr/>
        </p:nvSpPr>
        <p:spPr>
          <a:xfrm>
            <a:off x="2601034" y="3585958"/>
            <a:ext cx="1028822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039A8BD-2312-8DF5-87C6-5EE271CE5557}"/>
              </a:ext>
            </a:extLst>
          </p:cNvPr>
          <p:cNvSpPr/>
          <p:nvPr/>
        </p:nvSpPr>
        <p:spPr>
          <a:xfrm>
            <a:off x="3534142" y="4135957"/>
            <a:ext cx="663063" cy="3805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3A149A-1B91-14D5-3F22-A6AF66F0322E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2.1 </a:t>
            </a:r>
          </a:p>
        </p:txBody>
      </p:sp>
    </p:spTree>
    <p:extLst>
      <p:ext uri="{BB962C8B-B14F-4D97-AF65-F5344CB8AC3E}">
        <p14:creationId xmlns:p14="http://schemas.microsoft.com/office/powerpoint/2010/main" val="273061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4C32-5EC5-8691-3446-29928AF9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AF0FBE2-005B-6630-5210-98BF6BAE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40"/>
            <a:ext cx="6343419" cy="457200"/>
          </a:xfrm>
        </p:spPr>
        <p:txBody>
          <a:bodyPr>
            <a:normAutofit fontScale="90000"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4.2 Système de stockage des balles et acheminement des balles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67F78E-3C96-0254-190C-3187BC95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A30A765-4745-87D3-1800-0331FFA48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BD4E2082-F3C8-31A1-968B-893F890B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0C0C491-B63E-6F4F-8EAB-E257953D5275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pic>
        <p:nvPicPr>
          <p:cNvPr id="10" name="Image 9" descr="Une image contenant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8E297C0B-9176-7462-DA18-E94D271C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922" y="1067491"/>
            <a:ext cx="4231334" cy="2459883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74AC25C-BFBB-DA40-7AA1-74D579E20DCC}"/>
              </a:ext>
            </a:extLst>
          </p:cNvPr>
          <p:cNvSpPr/>
          <p:nvPr/>
        </p:nvSpPr>
        <p:spPr>
          <a:xfrm>
            <a:off x="1392245" y="3962540"/>
            <a:ext cx="6487222" cy="61365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AE72800-065C-0089-2BD2-95A97B3CBFD0}"/>
              </a:ext>
            </a:extLst>
          </p:cNvPr>
          <p:cNvSpPr txBox="1"/>
          <p:nvPr/>
        </p:nvSpPr>
        <p:spPr>
          <a:xfrm>
            <a:off x="2541351" y="3523823"/>
            <a:ext cx="58828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Courbe de ∆x(</a:t>
            </a:r>
            <a:r>
              <a:rPr lang="fr-FR" sz="1000" dirty="0" err="1"/>
              <a:t>t</a:t>
            </a:r>
            <a:r>
              <a:rPr lang="fr-FR" sz="1000" dirty="0"/>
              <a:t>) en orange et la vitesse </a:t>
            </a:r>
            <a:r>
              <a:rPr lang="fr-FR" sz="1000" dirty="0" err="1"/>
              <a:t>v∆x</a:t>
            </a:r>
            <a:r>
              <a:rPr lang="fr-FR" sz="1000" dirty="0"/>
              <a:t>(</a:t>
            </a:r>
            <a:r>
              <a:rPr lang="fr-FR" sz="1000" dirty="0" err="1"/>
              <a:t>t</a:t>
            </a:r>
            <a:r>
              <a:rPr lang="fr-FR" sz="1000" dirty="0"/>
              <a:t>) en gris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94DB77A-0344-D1A1-BFBC-FCEDD93F5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74" y="4057031"/>
            <a:ext cx="6280764" cy="47845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6C6162B-EF30-C2BB-3DD7-20E76060C5F0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2.2 </a:t>
            </a:r>
          </a:p>
        </p:txBody>
      </p:sp>
    </p:spTree>
    <p:extLst>
      <p:ext uri="{BB962C8B-B14F-4D97-AF65-F5344CB8AC3E}">
        <p14:creationId xmlns:p14="http://schemas.microsoft.com/office/powerpoint/2010/main" val="160443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E9BE-DBA6-AA8A-B9CC-825FA914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7963A86-346A-485C-1CC2-646E0926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40"/>
            <a:ext cx="6343419" cy="457200"/>
          </a:xfrm>
        </p:spPr>
        <p:txBody>
          <a:bodyPr>
            <a:normAutofit fontScale="90000"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4.2 Système de stockage des balles et acheminement des balles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7A8A92-E9B1-B55D-6FC5-321C4F0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DDA16C8-B40A-78F3-F804-F935EF323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0A9A7F40-8E7A-2856-DA8F-4E7FBF93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F699772-8D68-5491-C35C-A9D9FB763182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pic>
        <p:nvPicPr>
          <p:cNvPr id="18" name="Image 17" descr="Une image contenant texte, capture d’écran, cercle, conception&#10;&#10;Le contenu généré par l’IA peut être incorrect.">
            <a:extLst>
              <a:ext uri="{FF2B5EF4-FFF2-40B4-BE49-F238E27FC236}">
                <a16:creationId xmlns:a16="http://schemas.microsoft.com/office/drawing/2014/main" id="{1C8B0302-FA38-C593-20B1-AE4713B5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02" y="1233260"/>
            <a:ext cx="2006057" cy="167171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A78F5A5-F311-B34F-045C-FAFCAA2FB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98" y="1252304"/>
            <a:ext cx="2182253" cy="165266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A365152-CEF1-8011-FD20-814158F70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63" y="2958638"/>
            <a:ext cx="6626922" cy="696969"/>
          </a:xfrm>
          <a:prstGeom prst="rect">
            <a:avLst/>
          </a:prstGeom>
        </p:spPr>
      </p:pic>
      <p:pic>
        <p:nvPicPr>
          <p:cNvPr id="30" name="Image 29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72DDF5E4-0107-4320-5663-8189C33272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642"/>
          <a:stretch>
            <a:fillRect/>
          </a:stretch>
        </p:blipFill>
        <p:spPr>
          <a:xfrm>
            <a:off x="1127863" y="3658806"/>
            <a:ext cx="3035300" cy="696969"/>
          </a:xfrm>
          <a:prstGeom prst="rect">
            <a:avLst/>
          </a:prstGeom>
        </p:spPr>
      </p:pic>
      <p:pic>
        <p:nvPicPr>
          <p:cNvPr id="36" name="Image 35" descr="Une image contenant Police, typographie, croquis, blanc&#10;&#10;Le contenu généré par l’IA peut être incorrect.">
            <a:extLst>
              <a:ext uri="{FF2B5EF4-FFF2-40B4-BE49-F238E27FC236}">
                <a16:creationId xmlns:a16="http://schemas.microsoft.com/office/drawing/2014/main" id="{CEF5C7F3-0641-E5B9-C98A-4F91EF72C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180" y="4048685"/>
            <a:ext cx="1054100" cy="330200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DCA429C2-F747-8FB9-AF97-8CB67745ECAE}"/>
              </a:ext>
            </a:extLst>
          </p:cNvPr>
          <p:cNvSpPr/>
          <p:nvPr/>
        </p:nvSpPr>
        <p:spPr>
          <a:xfrm>
            <a:off x="6878886" y="3103853"/>
            <a:ext cx="875899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27276EDC-3B33-1378-329F-50DF98C3C325}"/>
              </a:ext>
            </a:extLst>
          </p:cNvPr>
          <p:cNvSpPr/>
          <p:nvPr/>
        </p:nvSpPr>
        <p:spPr>
          <a:xfrm>
            <a:off x="5454934" y="3964354"/>
            <a:ext cx="1327951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E665A9C1-40C2-5902-2626-BFA33169007D}"/>
              </a:ext>
            </a:extLst>
          </p:cNvPr>
          <p:cNvSpPr/>
          <p:nvPr/>
        </p:nvSpPr>
        <p:spPr>
          <a:xfrm>
            <a:off x="3190961" y="3860479"/>
            <a:ext cx="733198" cy="49886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C2A6AE-6462-26C9-F012-91479C6D0C38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2.2 </a:t>
            </a:r>
          </a:p>
        </p:txBody>
      </p:sp>
    </p:spTree>
    <p:extLst>
      <p:ext uri="{BB962C8B-B14F-4D97-AF65-F5344CB8AC3E}">
        <p14:creationId xmlns:p14="http://schemas.microsoft.com/office/powerpoint/2010/main" val="427111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183C-5FC6-ADE4-FC8F-20E408CE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1B643B0-A978-6496-17C3-9B1E40412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741761"/>
            <a:ext cx="7726363" cy="51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333333"/>
                </a:solidFill>
                <a:latin typeface="+mj-lt"/>
              </a:rPr>
              <a:t>4</a:t>
            </a:r>
            <a:r>
              <a:rPr lang="fr-FR" sz="1800" dirty="0">
                <a:solidFill>
                  <a:srgbClr val="333333"/>
                </a:solidFill>
                <a:latin typeface="+mj-lt"/>
              </a:rPr>
              <a:t>.3.1. </a:t>
            </a:r>
            <a:r>
              <a:rPr lang="fr-FR" dirty="0">
                <a:latin typeface="+mj-lt"/>
              </a:rPr>
              <a:t>Dimensionnement des roues dentés</a:t>
            </a:r>
            <a:endParaRPr lang="fr-FR" b="1" dirty="0">
              <a:solidFill>
                <a:srgbClr val="333333"/>
              </a:solidFill>
              <a:latin typeface="+mj-lt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40B423A-66C8-DBA8-DB03-C870A50B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04258"/>
          </a:xfrm>
        </p:spPr>
        <p:txBody>
          <a:bodyPr>
            <a:noAutofit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.3 Système d’engrenage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9443AA-3EF2-6580-000E-BCE2B46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DF73CD5-5473-D7BE-0368-EDB7CE74C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A2CC455-0759-3AD0-3A3E-69AF3B4F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6F88944-4C27-91EF-439E-2EAE1AD9480F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C96DF67-86B3-F75A-E936-86BA4A1BB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8" name="Image 17" descr="Une image contenant texte, nombr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9D9ED36-0048-36CA-161A-3367EEFC4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17" y="1312064"/>
            <a:ext cx="4862172" cy="1529231"/>
          </a:xfrm>
          <a:prstGeom prst="rect">
            <a:avLst/>
          </a:prstGeom>
        </p:spPr>
      </p:pic>
      <p:pic>
        <p:nvPicPr>
          <p:cNvPr id="10" name="Image 9" descr="Une image contenant outil&#10;&#10;Le contenu généré par l’IA peut être incorrect.">
            <a:extLst>
              <a:ext uri="{FF2B5EF4-FFF2-40B4-BE49-F238E27FC236}">
                <a16:creationId xmlns:a16="http://schemas.microsoft.com/office/drawing/2014/main" id="{A5B79A22-2806-8660-2037-991FE135A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01"/>
          <a:stretch>
            <a:fillRect/>
          </a:stretch>
        </p:blipFill>
        <p:spPr>
          <a:xfrm>
            <a:off x="5226355" y="1751167"/>
            <a:ext cx="3766931" cy="2170366"/>
          </a:xfrm>
          <a:prstGeom prst="rect">
            <a:avLst/>
          </a:prstGeom>
        </p:spPr>
      </p:pic>
      <p:pic>
        <p:nvPicPr>
          <p:cNvPr id="5" name="Image 4" descr="Une image contenant vitesse, cercle, objets en métal, transport&#10;&#10;Le contenu généré par l’IA peut être incorrect.">
            <a:extLst>
              <a:ext uri="{FF2B5EF4-FFF2-40B4-BE49-F238E27FC236}">
                <a16:creationId xmlns:a16="http://schemas.microsoft.com/office/drawing/2014/main" id="{C352CBBD-477C-058F-6ADB-EC72FE03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89" b="7686"/>
          <a:stretch>
            <a:fillRect/>
          </a:stretch>
        </p:blipFill>
        <p:spPr>
          <a:xfrm>
            <a:off x="5760669" y="406684"/>
            <a:ext cx="2150879" cy="1561264"/>
          </a:xfrm>
          <a:prstGeom prst="rect">
            <a:avLst/>
          </a:prstGeom>
        </p:spPr>
      </p:pic>
      <p:pic>
        <p:nvPicPr>
          <p:cNvPr id="14" name="Image 13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3874FCD3-1DCD-6B3A-CADE-32716B0090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49219" y="3710124"/>
            <a:ext cx="3263900" cy="546100"/>
          </a:xfrm>
          <a:prstGeom prst="rect">
            <a:avLst/>
          </a:prstGeom>
        </p:spPr>
      </p:pic>
      <p:pic>
        <p:nvPicPr>
          <p:cNvPr id="17" name="Image 16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6E70184A-8D87-845C-9BD3-8CCF0C022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284" y="3083499"/>
            <a:ext cx="3111557" cy="595830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2D4F04C-679E-FEA0-F21B-7F9BA074C7E8}"/>
              </a:ext>
            </a:extLst>
          </p:cNvPr>
          <p:cNvSpPr/>
          <p:nvPr/>
        </p:nvSpPr>
        <p:spPr>
          <a:xfrm>
            <a:off x="1149284" y="3126706"/>
            <a:ext cx="3055457" cy="54610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7B5ED8B-EC76-94DC-4EDC-1A18337402A6}"/>
              </a:ext>
            </a:extLst>
          </p:cNvPr>
          <p:cNvSpPr/>
          <p:nvPr/>
        </p:nvSpPr>
        <p:spPr>
          <a:xfrm>
            <a:off x="1149284" y="3716014"/>
            <a:ext cx="3055457" cy="41468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52705D2-72A1-63A3-EB8B-E5AC92939903}"/>
              </a:ext>
            </a:extLst>
          </p:cNvPr>
          <p:cNvSpPr txBox="1"/>
          <p:nvPr/>
        </p:nvSpPr>
        <p:spPr>
          <a:xfrm>
            <a:off x="5509115" y="3863689"/>
            <a:ext cx="55236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du système d’engrenages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036E3D5-4DBC-F5BC-0E9C-9A91FA25DF92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2.3.1 </a:t>
            </a:r>
          </a:p>
        </p:txBody>
      </p:sp>
    </p:spTree>
    <p:extLst>
      <p:ext uri="{BB962C8B-B14F-4D97-AF65-F5344CB8AC3E}">
        <p14:creationId xmlns:p14="http://schemas.microsoft.com/office/powerpoint/2010/main" val="271235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3590-2E1A-051E-81A7-E9022C88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BE3ADE-DDC0-3FB2-B296-15A5C4B5C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18" y="741761"/>
            <a:ext cx="7726363" cy="51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333333"/>
                </a:solidFill>
                <a:latin typeface="+mj-lt"/>
              </a:rPr>
              <a:t>4</a:t>
            </a:r>
            <a:r>
              <a:rPr lang="fr-FR" sz="1800" dirty="0">
                <a:solidFill>
                  <a:srgbClr val="333333"/>
                </a:solidFill>
                <a:latin typeface="+mj-lt"/>
              </a:rPr>
              <a:t>.3.1. </a:t>
            </a:r>
            <a:r>
              <a:rPr lang="fr-FR" dirty="0">
                <a:latin typeface="+mj-lt"/>
              </a:rPr>
              <a:t>Dimensionnement des roues dentés</a:t>
            </a:r>
            <a:endParaRPr lang="fr-FR" b="1" dirty="0">
              <a:solidFill>
                <a:srgbClr val="333333"/>
              </a:solidFill>
              <a:latin typeface="+mj-lt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E3CCF59-0FFE-E0E6-B1A9-2F13EA81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64722"/>
          </a:xfrm>
        </p:spPr>
        <p:txBody>
          <a:bodyPr>
            <a:normAutofit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.3 Système d’engrenage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37D760-3BD1-341F-D74A-5F9F5C2D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F4F27C2-2089-AEF0-9566-2EA2A87D1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4A420FD-6820-9936-7BB4-321562AD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1C80523-124C-DB2B-3CBB-805086620F8D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BB4C5D0-216C-6F3C-5047-CBAC3C8F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Image 4" descr="Une image contenant Police, blanc, text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DDF0BA3C-BA19-1128-5D34-0B23A31F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90" y="1388364"/>
            <a:ext cx="1593516" cy="657325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96494A2-6491-1788-C2BC-1F45563C508E}"/>
              </a:ext>
            </a:extLst>
          </p:cNvPr>
          <p:cNvSpPr/>
          <p:nvPr/>
        </p:nvSpPr>
        <p:spPr>
          <a:xfrm>
            <a:off x="1035951" y="1370775"/>
            <a:ext cx="1705555" cy="73518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F51A666F-77C0-C9E2-F25E-F52D81AE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45" y="1029170"/>
            <a:ext cx="3786471" cy="141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nombr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D782E3C-D48A-30BA-FFE8-F0A56B039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990" y="2788141"/>
            <a:ext cx="5693343" cy="17840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5A355AF-73CE-D2DC-F171-DEDEDF9B2D1E}"/>
              </a:ext>
            </a:extLst>
          </p:cNvPr>
          <p:cNvSpPr txBox="1"/>
          <p:nvPr/>
        </p:nvSpPr>
        <p:spPr>
          <a:xfrm>
            <a:off x="3042326" y="2391691"/>
            <a:ext cx="55204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Tableau représentant le nombre de dents à utiliser pour éviter toute interférence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313F04F-E252-693E-04BF-6212B3CEB34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2.3.1 </a:t>
            </a:r>
          </a:p>
        </p:txBody>
      </p:sp>
    </p:spTree>
    <p:extLst>
      <p:ext uri="{BB962C8B-B14F-4D97-AF65-F5344CB8AC3E}">
        <p14:creationId xmlns:p14="http://schemas.microsoft.com/office/powerpoint/2010/main" val="94481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B660-A2AC-E6C1-AE76-BE1196BF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1F02815-D4A4-8AA1-6582-039B922E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.4  </a:t>
            </a:r>
            <a:r>
              <a:rPr lang="fr-FR" sz="3000" b="0" dirty="0">
                <a:latin typeface="+mj-lt"/>
              </a:rPr>
              <a:t>Système d'amortissement du ressort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24C6B-65EC-09CE-3D20-4C5A40B1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C786EF3-B2A0-4C92-0CD2-2F4F7D034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2E21DFD-410B-B2F7-0044-BC10CCC7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07BED2E-BB1D-CDA8-2E23-5A710D3FE783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C97D42D-7492-43C0-0DEE-B68C8929D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132C3276-490B-918C-86F4-9A680537D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161499"/>
            <a:ext cx="6749374" cy="334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C7315FD-0C38-DE1E-B0B7-50D484D1844A}"/>
              </a:ext>
            </a:extLst>
          </p:cNvPr>
          <p:cNvSpPr txBox="1"/>
          <p:nvPr/>
        </p:nvSpPr>
        <p:spPr>
          <a:xfrm>
            <a:off x="1888729" y="4502551"/>
            <a:ext cx="55204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Courbe de comparaison du comportement du ressort avec et sans amortissement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7AFC2A-1196-E484-2216-8A45C27F66B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2.4 </a:t>
            </a:r>
          </a:p>
        </p:txBody>
      </p:sp>
    </p:spTree>
    <p:extLst>
      <p:ext uri="{BB962C8B-B14F-4D97-AF65-F5344CB8AC3E}">
        <p14:creationId xmlns:p14="http://schemas.microsoft.com/office/powerpoint/2010/main" val="25343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AF4C-AA5D-C05C-F4DE-DD01B787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05F1FA7-E932-CB5F-BF91-0032CC35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/>
              <a:t>4.5 Système de compression du ressort</a:t>
            </a:r>
            <a:endParaRPr lang="fr-FR" sz="3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B1FFE0-D306-DD05-BA14-2EE0A2BE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47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1C53574-0880-D33B-1043-28B5E6884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8095091-5D11-7308-CD05-0001EBEF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B0E3934-7809-36FB-1CFC-E8ECC749EDC3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9CCAA71-A633-B7A3-A551-35DD349FF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68F0BF09-DFA5-6E2B-5DA1-C8D1FF152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700" y="1181945"/>
            <a:ext cx="2527480" cy="220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0CEFB2DD-F7DD-B798-D886-B5E32918F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4" y="1232912"/>
            <a:ext cx="2448070" cy="220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6" name="Picture 8">
            <a:extLst>
              <a:ext uri="{FF2B5EF4-FFF2-40B4-BE49-F238E27FC236}">
                <a16:creationId xmlns:a16="http://schemas.microsoft.com/office/drawing/2014/main" id="{80C8DE87-2B7B-79BE-7FB4-49F440188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842" y="813415"/>
            <a:ext cx="3720893" cy="289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2E95EDA5-534F-7E09-D7BD-82B7FEBEE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300" y="3767010"/>
            <a:ext cx="5359400" cy="685800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0221029-CF08-EEE9-4FFF-CE1761A8A6CE}"/>
              </a:ext>
            </a:extLst>
          </p:cNvPr>
          <p:cNvSpPr/>
          <p:nvPr/>
        </p:nvSpPr>
        <p:spPr>
          <a:xfrm>
            <a:off x="1199853" y="3767010"/>
            <a:ext cx="6494909" cy="73518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31503F5-4247-E7DD-6F04-0B2D4B1A05D4}"/>
              </a:ext>
            </a:extLst>
          </p:cNvPr>
          <p:cNvSpPr txBox="1"/>
          <p:nvPr/>
        </p:nvSpPr>
        <p:spPr>
          <a:xfrm>
            <a:off x="1009986" y="709678"/>
            <a:ext cx="4636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4.5.1 Etude du moment de la barre en fonction du temps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FEDB58-BB5E-4A6E-16A9-6F0695AB705F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2.5 </a:t>
            </a:r>
          </a:p>
        </p:txBody>
      </p:sp>
    </p:spTree>
    <p:extLst>
      <p:ext uri="{BB962C8B-B14F-4D97-AF65-F5344CB8AC3E}">
        <p14:creationId xmlns:p14="http://schemas.microsoft.com/office/powerpoint/2010/main" val="422548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D4FD-E1FB-FF5B-77B4-022C55CA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51D8DF-22BF-C6C0-7894-82DD4E18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3FE104-BD23-7C92-1B48-FEEAD058B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AEDEA95-4793-3730-C4CF-6AE1C65D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66B43DC-A2F2-0534-DC29-CE03378222D2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64BC349-9194-23E5-1909-B34486514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54F1E60D-CD80-854F-9488-414854FC7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865" y="813415"/>
            <a:ext cx="3861579" cy="342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3191459-34CA-F013-FC69-A71DBFCBA49B}"/>
              </a:ext>
            </a:extLst>
          </p:cNvPr>
          <p:cNvSpPr txBox="1"/>
          <p:nvPr/>
        </p:nvSpPr>
        <p:spPr>
          <a:xfrm>
            <a:off x="2107865" y="4434706"/>
            <a:ext cx="76542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: Courbe du moment de la barre au niveau de l’arbre en fonction du temps</a:t>
            </a:r>
            <a:endParaRPr lang="fr-FR" sz="1000" dirty="0"/>
          </a:p>
        </p:txBody>
      </p:sp>
      <p:sp>
        <p:nvSpPr>
          <p:cNvPr id="11" name="Titre 2">
            <a:extLst>
              <a:ext uri="{FF2B5EF4-FFF2-40B4-BE49-F238E27FC236}">
                <a16:creationId xmlns:a16="http://schemas.microsoft.com/office/drawing/2014/main" id="{19964EE8-1D64-760B-AE44-EDF670DDA439}"/>
              </a:ext>
            </a:extLst>
          </p:cNvPr>
          <p:cNvSpPr txBox="1">
            <a:spLocks/>
          </p:cNvSpPr>
          <p:nvPr/>
        </p:nvSpPr>
        <p:spPr>
          <a:xfrm>
            <a:off x="904875" y="277039"/>
            <a:ext cx="6282552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fr-FR" sz="3000" b="0" dirty="0"/>
              <a:t>4.6 Système de compression du ressort</a:t>
            </a:r>
            <a:endParaRPr lang="fr-FR" sz="3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0D24E54-01E3-BC10-3231-151E65001C52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2.5 </a:t>
            </a:r>
          </a:p>
        </p:txBody>
      </p:sp>
    </p:spTree>
    <p:extLst>
      <p:ext uri="{BB962C8B-B14F-4D97-AF65-F5344CB8AC3E}">
        <p14:creationId xmlns:p14="http://schemas.microsoft.com/office/powerpoint/2010/main" val="19353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1E0C-4575-4FCE-FDB3-221F8BB2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AA52B8-3398-64A0-0F1E-1B4143F4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64C7173-4B00-5E99-31C3-DDE2BF0FE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C0EAE09A-6D63-3E15-8DB0-19D58C35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779A4DC-3BA8-7217-6115-27BF86C9AD5F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CB23145-5D6F-DBE7-02C7-06DC6748C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15785831-2D20-1955-C8E4-F63BE42EC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786" y="1366149"/>
            <a:ext cx="2063401" cy="162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>
            <a:extLst>
              <a:ext uri="{FF2B5EF4-FFF2-40B4-BE49-F238E27FC236}">
                <a16:creationId xmlns:a16="http://schemas.microsoft.com/office/drawing/2014/main" id="{A0F01C91-1647-3A89-F2AA-B4FBF614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005" y="1233144"/>
            <a:ext cx="2150254" cy="175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2">
            <a:extLst>
              <a:ext uri="{FF2B5EF4-FFF2-40B4-BE49-F238E27FC236}">
                <a16:creationId xmlns:a16="http://schemas.microsoft.com/office/drawing/2014/main" id="{03AF844A-23F1-A605-4175-10AD16D4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/>
              <a:t>4.6 Système de compression du ressort</a:t>
            </a:r>
            <a:endParaRPr lang="fr-FR" sz="3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7506352-1097-0CBD-8ABC-F146B6E88646}"/>
              </a:ext>
            </a:extLst>
          </p:cNvPr>
          <p:cNvSpPr txBox="1"/>
          <p:nvPr/>
        </p:nvSpPr>
        <p:spPr>
          <a:xfrm>
            <a:off x="1009986" y="709678"/>
            <a:ext cx="4636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4.7.1 Etude de la force interne de la barre</a:t>
            </a:r>
          </a:p>
        </p:txBody>
      </p:sp>
      <p:pic>
        <p:nvPicPr>
          <p:cNvPr id="4" name="Image 3" descr="Une image contenant texte, Police, blanc, algèbre&#10;&#10;Le contenu généré par l’IA peut être incorrect.">
            <a:extLst>
              <a:ext uri="{FF2B5EF4-FFF2-40B4-BE49-F238E27FC236}">
                <a16:creationId xmlns:a16="http://schemas.microsoft.com/office/drawing/2014/main" id="{0BA68D65-F395-B02D-CF5C-92EAC244B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786" y="3493690"/>
            <a:ext cx="7086530" cy="1232440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8554419-8BFB-4D20-B672-042A6C694A7A}"/>
              </a:ext>
            </a:extLst>
          </p:cNvPr>
          <p:cNvSpPr/>
          <p:nvPr/>
        </p:nvSpPr>
        <p:spPr>
          <a:xfrm>
            <a:off x="5481872" y="3603811"/>
            <a:ext cx="2650909" cy="56309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2E3C2C5-2D75-40F6-D614-B946BD251CDF}"/>
              </a:ext>
            </a:extLst>
          </p:cNvPr>
          <p:cNvSpPr/>
          <p:nvPr/>
        </p:nvSpPr>
        <p:spPr>
          <a:xfrm>
            <a:off x="5035117" y="4256487"/>
            <a:ext cx="1118257" cy="38005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B4AA6D-555A-786B-482B-837455649C3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2.5 </a:t>
            </a:r>
          </a:p>
        </p:txBody>
      </p:sp>
    </p:spTree>
    <p:extLst>
      <p:ext uri="{BB962C8B-B14F-4D97-AF65-F5344CB8AC3E}">
        <p14:creationId xmlns:p14="http://schemas.microsoft.com/office/powerpoint/2010/main" val="45383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4586-ACBC-36F4-E313-8B6D98DB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AE1165-584A-E12F-EE8C-AF6461E9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9E0B35-0499-809F-43E2-75E55BE8B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E41FDBAC-DA66-474A-FF9B-D91F991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1708866-5B96-9DED-03A4-2F2377F96BD7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DC8EA34-2F6F-6A7C-781E-2FA389D7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1" name="Titre 2">
            <a:extLst>
              <a:ext uri="{FF2B5EF4-FFF2-40B4-BE49-F238E27FC236}">
                <a16:creationId xmlns:a16="http://schemas.microsoft.com/office/drawing/2014/main" id="{8CD1E600-5135-5FC1-6655-1D643C0F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/>
              <a:t>4.6 Système de compression du ressort</a:t>
            </a:r>
            <a:endParaRPr lang="fr-FR" sz="3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81C1A02-A16A-538A-EE0E-413537237CD0}"/>
              </a:ext>
            </a:extLst>
          </p:cNvPr>
          <p:cNvSpPr txBox="1"/>
          <p:nvPr/>
        </p:nvSpPr>
        <p:spPr>
          <a:xfrm>
            <a:off x="1009986" y="709678"/>
            <a:ext cx="4636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4.6.2 Etude de la force interne de la barre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653B977-9A64-3740-4866-24F53816A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030" y="1056013"/>
            <a:ext cx="5030397" cy="240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92F08F05-BA18-137E-AAEF-B453B66C2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68" y="3822036"/>
            <a:ext cx="5470264" cy="854330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E358B72-FC3B-C0BC-2A6C-B5E2F75A2F0C}"/>
              </a:ext>
            </a:extLst>
          </p:cNvPr>
          <p:cNvSpPr/>
          <p:nvPr/>
        </p:nvSpPr>
        <p:spPr>
          <a:xfrm>
            <a:off x="1484626" y="3822036"/>
            <a:ext cx="6494909" cy="10994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FB516F-6E49-5468-15C6-23A9B55CE071}"/>
              </a:ext>
            </a:extLst>
          </p:cNvPr>
          <p:cNvSpPr txBox="1"/>
          <p:nvPr/>
        </p:nvSpPr>
        <p:spPr>
          <a:xfrm>
            <a:off x="2964504" y="3516001"/>
            <a:ext cx="55204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Courbe de la force interne V(x) en fonction du temps.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6DBEBFD-2023-8E0E-3232-FCA63B5D95A9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2.5 </a:t>
            </a:r>
          </a:p>
        </p:txBody>
      </p:sp>
    </p:spTree>
    <p:extLst>
      <p:ext uri="{BB962C8B-B14F-4D97-AF65-F5344CB8AC3E}">
        <p14:creationId xmlns:p14="http://schemas.microsoft.com/office/powerpoint/2010/main" val="249443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8301-E64F-1260-F03B-28C40A82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D4123A6-1C04-3CBF-E4E0-277FF593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/>
              <a:t>4.6 Système de compression du ressort</a:t>
            </a:r>
            <a:endParaRPr lang="fr-FR" sz="3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C7EF39-9DA1-9813-EF7C-A1447551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434911-91DD-EA05-B329-301A87547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CB9E270E-F3FC-785A-3D2D-4A4D0746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06C5E77-C24F-AE6E-9AC4-C3F90CAD587C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62B5B8E-E4C8-C91B-D65C-FAEF83AD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4C9F2CF-5678-AEA9-8F4B-DBC44F927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798" y="1039632"/>
            <a:ext cx="5888891" cy="317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2E17ACF-AD47-5D41-CE4F-49090E8FB677}"/>
              </a:ext>
            </a:extLst>
          </p:cNvPr>
          <p:cNvSpPr txBox="1"/>
          <p:nvPr/>
        </p:nvSpPr>
        <p:spPr>
          <a:xfrm>
            <a:off x="1009986" y="709678"/>
            <a:ext cx="4636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4.6.3 Etude de la fatigue de la barre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50FFF1-D837-7B58-6B57-B4A8E88B25E0}"/>
              </a:ext>
            </a:extLst>
          </p:cNvPr>
          <p:cNvSpPr txBox="1"/>
          <p:nvPr/>
        </p:nvSpPr>
        <p:spPr>
          <a:xfrm>
            <a:off x="3110792" y="4286968"/>
            <a:ext cx="55204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Courbe de fatigue de l’acier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6AEC1C-6BC4-D048-4D54-8270A6F45DB9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2.5 </a:t>
            </a:r>
          </a:p>
        </p:txBody>
      </p:sp>
    </p:spTree>
    <p:extLst>
      <p:ext uri="{BB962C8B-B14F-4D97-AF65-F5344CB8AC3E}">
        <p14:creationId xmlns:p14="http://schemas.microsoft.com/office/powerpoint/2010/main" val="1797410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4D16-A5C4-EB6D-4CB1-41880878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C815587-13CA-4C54-F7C1-330AB3A3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/>
              <a:t>4.6 Système de compression du ressort</a:t>
            </a:r>
            <a:endParaRPr lang="fr-FR" sz="3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C565D-BC2B-296C-0E7D-F5C9D3D3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CFD24E3-1BEF-7A2F-059F-F9523D01A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BCB74000-A26B-BE04-45E3-D3FF0249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94B84FC-262B-31B8-C40F-D7F71B0EBD47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DA3298F-FC65-E84E-D467-3C595E023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29" y="10560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0C8A7A5-8EBA-6F44-D7DE-7BD9FFED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747" y="1063782"/>
            <a:ext cx="3350718" cy="256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3B49D2D-FF7D-15D8-BDEB-E00FEF6C48C0}"/>
              </a:ext>
            </a:extLst>
          </p:cNvPr>
          <p:cNvSpPr txBox="1"/>
          <p:nvPr/>
        </p:nvSpPr>
        <p:spPr>
          <a:xfrm>
            <a:off x="1009986" y="709678"/>
            <a:ext cx="4636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4.6.4 Etude de la déflection de la barre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DF90E9-A077-61FA-F5A4-74FF13BC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65" y="4046884"/>
            <a:ext cx="6858000" cy="749300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210A88C-8B96-A7CA-917F-C9F98DA5347C}"/>
              </a:ext>
            </a:extLst>
          </p:cNvPr>
          <p:cNvSpPr/>
          <p:nvPr/>
        </p:nvSpPr>
        <p:spPr>
          <a:xfrm>
            <a:off x="1009986" y="4015105"/>
            <a:ext cx="6990816" cy="85135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E86440A-9E13-328C-BF97-8DA5363B8ECE}"/>
              </a:ext>
            </a:extLst>
          </p:cNvPr>
          <p:cNvSpPr txBox="1"/>
          <p:nvPr/>
        </p:nvSpPr>
        <p:spPr>
          <a:xfrm>
            <a:off x="1255265" y="3703471"/>
            <a:ext cx="1024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 Courbe de la déflexion de la barre en fonction de x (la distance depuis l’origine de la barre) et du temps </a:t>
            </a:r>
            <a:r>
              <a:rPr lang="fr-FR" sz="1000" dirty="0" err="1"/>
              <a:t>t</a:t>
            </a:r>
            <a:endParaRPr lang="fr-FR" sz="10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9BDFD52-E101-7EC7-C66A-D88ECD5FDBB4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2.6 </a:t>
            </a:r>
          </a:p>
        </p:txBody>
      </p:sp>
    </p:spTree>
    <p:extLst>
      <p:ext uri="{BB962C8B-B14F-4D97-AF65-F5344CB8AC3E}">
        <p14:creationId xmlns:p14="http://schemas.microsoft.com/office/powerpoint/2010/main" val="215832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C5D3-9690-BCDA-41F9-03411C16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076FC7C-EC7D-957D-8F76-4BC2A492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sz="3000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sz="3000" b="0" i="0" u="none" strike="noStrike" dirty="0">
                <a:solidFill>
                  <a:srgbClr val="000000"/>
                </a:solidFill>
                <a:effectLst/>
                <a:latin typeface="+mj-lt"/>
              </a:rPr>
              <a:t>.7  </a:t>
            </a:r>
            <a:r>
              <a:rPr lang="fr-FR" sz="3000" b="0" dirty="0">
                <a:latin typeface="+mj-lt"/>
              </a:rPr>
              <a:t>Système d’inclinaison de la machine</a:t>
            </a:r>
            <a:endParaRPr lang="fr-FR" sz="3000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5880B-A202-4B43-ED2D-B2039781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78736C-CDC7-A8DA-1081-DBD520BD0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8B6CC9F3-0107-5D12-ABF0-C1AA7514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ADA8B29-3523-F1B3-4E02-7F6FB2756ECE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B63842-8782-1D51-AC07-589B8780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813415"/>
            <a:ext cx="560211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latin typeface="+mj-lt"/>
              </a:rPr>
              <a:t>4.7.1 Analyse de la trajectoire de la balle selon l’angle d'inclinaison de la machine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ACA370B-C1EE-C94A-41A7-4911884E9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94414"/>
              </p:ext>
            </p:extLst>
          </p:nvPr>
        </p:nvGraphicFramePr>
        <p:xfrm>
          <a:off x="5583065" y="1358088"/>
          <a:ext cx="3248161" cy="2320084"/>
        </p:xfrm>
        <a:graphic>
          <a:graphicData uri="http://schemas.openxmlformats.org/drawingml/2006/table">
            <a:tbl>
              <a:tblPr/>
              <a:tblGrid>
                <a:gridCol w="1097220">
                  <a:extLst>
                    <a:ext uri="{9D8B030D-6E8A-4147-A177-3AD203B41FA5}">
                      <a16:colId xmlns:a16="http://schemas.microsoft.com/office/drawing/2014/main" val="4118679997"/>
                    </a:ext>
                  </a:extLst>
                </a:gridCol>
                <a:gridCol w="2150941">
                  <a:extLst>
                    <a:ext uri="{9D8B030D-6E8A-4147-A177-3AD203B41FA5}">
                      <a16:colId xmlns:a16="http://schemas.microsoft.com/office/drawing/2014/main" val="3023974135"/>
                    </a:ext>
                  </a:extLst>
                </a:gridCol>
              </a:tblGrid>
              <a:tr h="5785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Type de coup</a:t>
                      </a:r>
                      <a:endParaRPr lang="fr-FR" sz="90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Hauteur maximale approximative atteinte (au sommet de la trajectoire)</a:t>
                      </a:r>
                      <a:endParaRPr lang="fr-FR" sz="90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88473"/>
                  </a:ext>
                </a:extLst>
              </a:tr>
              <a:tr h="380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Drive (coup tendu)</a:t>
                      </a:r>
                      <a:endParaRPr lang="fr-FR" sz="90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 à 1,5 m</a:t>
                      </a:r>
                      <a:endParaRPr lang="fr-FR" sz="90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648043"/>
                  </a:ext>
                </a:extLst>
              </a:tr>
              <a:tr h="380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Drop (amorti)</a:t>
                      </a:r>
                      <a:endParaRPr lang="fr-FR" sz="90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0,5 à 1 m</a:t>
                      </a:r>
                      <a:endParaRPr lang="fr-FR" sz="90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751769"/>
                  </a:ext>
                </a:extLst>
              </a:tr>
              <a:tr h="5785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Lob (balle haute, défensive ou offensive)</a:t>
                      </a:r>
                      <a:endParaRPr lang="fr-FR" sz="90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à 3.5  m</a:t>
                      </a:r>
                      <a:endParaRPr lang="fr-FR" sz="90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744131"/>
                  </a:ext>
                </a:extLst>
              </a:tr>
              <a:tr h="380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Service lobé</a:t>
                      </a:r>
                      <a:endParaRPr lang="fr-FR" sz="90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Peut atteindre jusqu'à 4 m ou un peu plus</a:t>
                      </a:r>
                      <a:endParaRPr lang="fr-FR" sz="90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24996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8B29CBB-7F5A-33A8-2B34-7024C1D5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E039CBDC-1F77-8E4F-F0CD-5F243D6C99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11"/>
          <a:stretch>
            <a:fillRect/>
          </a:stretch>
        </p:blipFill>
        <p:spPr bwMode="auto">
          <a:xfrm>
            <a:off x="356235" y="2111654"/>
            <a:ext cx="5129689" cy="148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6C8ECA3-3AF3-6256-5364-75B3FD436914}"/>
              </a:ext>
            </a:extLst>
          </p:cNvPr>
          <p:cNvSpPr txBox="1"/>
          <p:nvPr/>
        </p:nvSpPr>
        <p:spPr>
          <a:xfrm>
            <a:off x="631377" y="3505386"/>
            <a:ext cx="63006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: Trajectoire de la balle en fonction des différents angles de lancement</a:t>
            </a:r>
            <a:endParaRPr lang="fr-FR" sz="1000" dirty="0"/>
          </a:p>
        </p:txBody>
      </p:sp>
      <p:pic>
        <p:nvPicPr>
          <p:cNvPr id="10" name="Image 9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9DF12F6A-CD54-D88C-896C-9CA868FF4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9" y="1203497"/>
            <a:ext cx="3632548" cy="520700"/>
          </a:xfrm>
          <a:prstGeom prst="rect">
            <a:avLst/>
          </a:prstGeom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8D9AF5C-CAFD-5476-E907-66CB065DFAD4}"/>
              </a:ext>
            </a:extLst>
          </p:cNvPr>
          <p:cNvSpPr/>
          <p:nvPr/>
        </p:nvSpPr>
        <p:spPr>
          <a:xfrm>
            <a:off x="758704" y="1203511"/>
            <a:ext cx="3585209" cy="56261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0F41651-2BA2-8409-DAB1-DD7946878CA4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2.7.1 </a:t>
            </a:r>
          </a:p>
        </p:txBody>
      </p:sp>
    </p:spTree>
    <p:extLst>
      <p:ext uri="{BB962C8B-B14F-4D97-AF65-F5344CB8AC3E}">
        <p14:creationId xmlns:p14="http://schemas.microsoft.com/office/powerpoint/2010/main" val="217462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96A6-1641-21C2-3E1E-9BA64F80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592AF2C-490E-B153-4734-F63A3381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+mj-lt"/>
              </a:rPr>
              <a:t>.7  </a:t>
            </a:r>
            <a:r>
              <a:rPr lang="fr-FR" b="0" dirty="0">
                <a:latin typeface="+mj-lt"/>
              </a:rPr>
              <a:t>Système d’inclinaison de la machine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BC09FA-B99E-5CDF-F074-49E1A71E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6FEE4C-1D9A-9CEB-C0E7-848191EF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2BD37D9-E5B4-ED50-825F-80948058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BBFAE64-776A-B77E-27EF-7B7EF76238E5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9DAC7C4-89E4-8DE8-053D-C1981055D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67" y="796532"/>
            <a:ext cx="221047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latin typeface="+mj-lt"/>
              </a:rPr>
              <a:t>4.7.2 Mécanisme d’inclinaison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823872-35F5-3713-C1EE-BFFB57424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B69E43C5-8DD1-1CE5-28ED-6F80282CA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7" y="1540298"/>
            <a:ext cx="2644038" cy="149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>
            <a:extLst>
              <a:ext uri="{FF2B5EF4-FFF2-40B4-BE49-F238E27FC236}">
                <a16:creationId xmlns:a16="http://schemas.microsoft.com/office/drawing/2014/main" id="{F763D0D0-1E73-F373-AFC7-E5F517A3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212" y="1540298"/>
            <a:ext cx="5268079" cy="214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22CAA89-96E1-A8FC-A8BD-C28375F95B56}"/>
              </a:ext>
            </a:extLst>
          </p:cNvPr>
          <p:cNvSpPr txBox="1"/>
          <p:nvPr/>
        </p:nvSpPr>
        <p:spPr>
          <a:xfrm>
            <a:off x="3723100" y="3833208"/>
            <a:ext cx="4808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: Coordonné des trous du mécanisme d’inclinaison</a:t>
            </a:r>
            <a:endParaRPr lang="fr-FR" sz="1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E8C4E0-55EE-42D7-4D65-2DE5031ED6A7}"/>
              </a:ext>
            </a:extLst>
          </p:cNvPr>
          <p:cNvSpPr txBox="1"/>
          <p:nvPr/>
        </p:nvSpPr>
        <p:spPr>
          <a:xfrm>
            <a:off x="449112" y="3187775"/>
            <a:ext cx="4810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Système avec différents angles de tirs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BC6A946-0E8D-643B-0902-9E85188F54B8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2.7.2 </a:t>
            </a:r>
          </a:p>
        </p:txBody>
      </p:sp>
    </p:spTree>
    <p:extLst>
      <p:ext uri="{BB962C8B-B14F-4D97-AF65-F5344CB8AC3E}">
        <p14:creationId xmlns:p14="http://schemas.microsoft.com/office/powerpoint/2010/main" val="77305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8BB3-D511-262A-A298-E918475E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87B4D6B-9B39-0F7D-E4D2-10E4DFB7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6282552" cy="652676"/>
          </a:xfrm>
        </p:spPr>
        <p:txBody>
          <a:bodyPr>
            <a:normAutofit/>
          </a:bodyPr>
          <a:lstStyle/>
          <a:p>
            <a:r>
              <a:rPr lang="fr-FR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+mj-lt"/>
              </a:rPr>
              <a:t>.8 </a:t>
            </a:r>
            <a:r>
              <a:rPr lang="fr-FR" b="0" dirty="0"/>
              <a:t>Système de blocage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31F4F2-DD34-F472-9EE4-382DEBA5E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02FF060-A035-1697-677C-E06D87411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EF4EF90-8B9A-A938-76F5-07E2C29C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D48185E-F87A-A80B-34E9-5D74B338143C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FD3157-64F3-C480-6617-6E8F5DB5A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73DCE05-4368-35FE-64C0-B5A0DCDDB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61436"/>
              </p:ext>
            </p:extLst>
          </p:nvPr>
        </p:nvGraphicFramePr>
        <p:xfrm>
          <a:off x="1005438" y="1046887"/>
          <a:ext cx="2847975" cy="1346200"/>
        </p:xfrm>
        <a:graphic>
          <a:graphicData uri="http://schemas.openxmlformats.org/drawingml/2006/table">
            <a:tbl>
              <a:tblPr/>
              <a:tblGrid>
                <a:gridCol w="1400175">
                  <a:extLst>
                    <a:ext uri="{9D8B030D-6E8A-4147-A177-3AD203B41FA5}">
                      <a16:colId xmlns:a16="http://schemas.microsoft.com/office/drawing/2014/main" val="68258263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421490678"/>
                    </a:ext>
                  </a:extLst>
                </a:gridCol>
              </a:tblGrid>
              <a:tr h="266700">
                <a:tc gridSpan="2"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Propriétés mécaniques du X20Cr13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67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Limite d’élasticité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 MPa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à la traction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800 MPa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093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Module d’Young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GPa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41286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076AA73-C69A-3A67-91FB-72441F0F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911" y="9565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12CAD31A-4490-1E66-FDE2-68420E97C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34" y="756314"/>
            <a:ext cx="3075388" cy="190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 descr="Une image contenant texte, Police, blanc, reçu&#10;&#10;Le contenu généré par l’IA peut être incorrect.">
            <a:extLst>
              <a:ext uri="{FF2B5EF4-FFF2-40B4-BE49-F238E27FC236}">
                <a16:creationId xmlns:a16="http://schemas.microsoft.com/office/drawing/2014/main" id="{9C10ABA3-145C-1994-0525-F7F7C3130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75" y="3465745"/>
            <a:ext cx="3340100" cy="850900"/>
          </a:xfrm>
          <a:prstGeom prst="rect">
            <a:avLst/>
          </a:prstGeo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18F25C4-F73A-49F0-1AD3-108455CEB184}"/>
              </a:ext>
            </a:extLst>
          </p:cNvPr>
          <p:cNvSpPr/>
          <p:nvPr/>
        </p:nvSpPr>
        <p:spPr>
          <a:xfrm>
            <a:off x="2691933" y="3536762"/>
            <a:ext cx="1256124" cy="65371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0" name="Image 19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80369F6E-179F-7145-7CE1-2C027A8D7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86" y="2877650"/>
            <a:ext cx="2882900" cy="431800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4DBD8DF-3A27-57E2-786F-A46879E37CA7}"/>
              </a:ext>
            </a:extLst>
          </p:cNvPr>
          <p:cNvSpPr/>
          <p:nvPr/>
        </p:nvSpPr>
        <p:spPr>
          <a:xfrm>
            <a:off x="2969110" y="2804102"/>
            <a:ext cx="673975" cy="5053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3" name="Image 22" descr="Une image contenant Police, texte, blanc, Graphique&#10;&#10;Le contenu généré par l’IA peut être incorrect.">
            <a:extLst>
              <a:ext uri="{FF2B5EF4-FFF2-40B4-BE49-F238E27FC236}">
                <a16:creationId xmlns:a16="http://schemas.microsoft.com/office/drawing/2014/main" id="{C7268DF3-07A7-A5E8-D3B1-DBA8A8175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515" y="2994715"/>
            <a:ext cx="3302000" cy="546100"/>
          </a:xfrm>
          <a:prstGeom prst="rect">
            <a:avLst/>
          </a:prstGeom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9D66CB8-E386-7F0B-0A08-E350C99D1302}"/>
              </a:ext>
            </a:extLst>
          </p:cNvPr>
          <p:cNvSpPr/>
          <p:nvPr/>
        </p:nvSpPr>
        <p:spPr>
          <a:xfrm>
            <a:off x="4276836" y="2940908"/>
            <a:ext cx="3696316" cy="5461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6" name="Image 25" descr="Une image contenant texte, Police, nombre, ligne&#10;&#10;Le contenu généré par l’IA peut être incorrect.">
            <a:extLst>
              <a:ext uri="{FF2B5EF4-FFF2-40B4-BE49-F238E27FC236}">
                <a16:creationId xmlns:a16="http://schemas.microsoft.com/office/drawing/2014/main" id="{FDADAE9C-0C03-37FD-CD58-D30BA16FD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5458" y="3921685"/>
            <a:ext cx="2387600" cy="584200"/>
          </a:xfrm>
          <a:prstGeom prst="rect">
            <a:avLst/>
          </a:prstGeom>
        </p:spPr>
      </p:pic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66C5690-E12B-06A2-7403-A0D807E495CB}"/>
              </a:ext>
            </a:extLst>
          </p:cNvPr>
          <p:cNvSpPr/>
          <p:nvPr/>
        </p:nvSpPr>
        <p:spPr>
          <a:xfrm>
            <a:off x="6369083" y="3961111"/>
            <a:ext cx="673975" cy="5053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421B622-61DD-AC2F-7A22-A608AE7B4ED2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2.8 </a:t>
            </a:r>
          </a:p>
        </p:txBody>
      </p:sp>
    </p:spTree>
    <p:extLst>
      <p:ext uri="{BB962C8B-B14F-4D97-AF65-F5344CB8AC3E}">
        <p14:creationId xmlns:p14="http://schemas.microsoft.com/office/powerpoint/2010/main" val="2947126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ADDF-8974-B9EF-BD31-B8D109C61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BCEE1C7-9FE3-8CE3-64DA-198DA1F7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6282552" cy="1072753"/>
          </a:xfrm>
        </p:spPr>
        <p:txBody>
          <a:bodyPr>
            <a:normAutofit/>
          </a:bodyPr>
          <a:lstStyle/>
          <a:p>
            <a:r>
              <a:rPr lang="fr-FR" b="0" dirty="0">
                <a:solidFill>
                  <a:srgbClr val="000000"/>
                </a:solidFill>
                <a:latin typeface="+mj-lt"/>
              </a:rPr>
              <a:t>4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+mj-lt"/>
              </a:rPr>
              <a:t>.9 Puissance et Rendement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FB151A-5E73-F856-F50C-B1A71FBE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9D3A0FF-6BC7-05A5-09F7-FE5B53F8B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CBB289A7-D2D9-EFA4-467F-B25A4311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6E04CC0-F4CF-695A-48A3-06AC4530E7E6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5C5870-9364-D3AF-DBAF-AD731B0CF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D960354D-6DCF-1D70-5F87-664538EB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434" y="863251"/>
            <a:ext cx="4451433" cy="160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96EA6D-08C6-9822-EC55-559B8EA6B12C}"/>
              </a:ext>
            </a:extLst>
          </p:cNvPr>
          <p:cNvSpPr txBox="1"/>
          <p:nvPr/>
        </p:nvSpPr>
        <p:spPr>
          <a:xfrm>
            <a:off x="1820434" y="2503476"/>
            <a:ext cx="4808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  : Chaîne de Puissance du mécanisme</a:t>
            </a:r>
            <a:endParaRPr lang="fr-FR" sz="10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97F62EF-EE44-ABA3-F2CD-376E88F5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6" y="3009095"/>
            <a:ext cx="5197846" cy="594719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0F90264-1DD6-B845-461B-EA4AC2520E86}"/>
              </a:ext>
            </a:extLst>
          </p:cNvPr>
          <p:cNvSpPr/>
          <p:nvPr/>
        </p:nvSpPr>
        <p:spPr>
          <a:xfrm>
            <a:off x="5270643" y="3055603"/>
            <a:ext cx="832079" cy="4995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4" name="Image 13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8DF13FD5-F7D9-BC51-9629-DB7D3F941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3564416"/>
            <a:ext cx="3609725" cy="808945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344BE5B-CCC2-5B4E-A6D4-45C48FF3C92C}"/>
              </a:ext>
            </a:extLst>
          </p:cNvPr>
          <p:cNvSpPr/>
          <p:nvPr/>
        </p:nvSpPr>
        <p:spPr>
          <a:xfrm>
            <a:off x="3630110" y="3701827"/>
            <a:ext cx="832079" cy="4995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8" name="Image 17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AD2CB227-1ED6-8666-00F7-B4358285E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69" y="4334628"/>
            <a:ext cx="2973595" cy="594719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9F251957-5502-A897-BD68-D336D6CCD051}"/>
              </a:ext>
            </a:extLst>
          </p:cNvPr>
          <p:cNvSpPr/>
          <p:nvPr/>
        </p:nvSpPr>
        <p:spPr>
          <a:xfrm>
            <a:off x="2725084" y="4429134"/>
            <a:ext cx="994161" cy="4995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DA96EE-1BB3-4C77-612E-D3A6A750409B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2.8 </a:t>
            </a:r>
          </a:p>
        </p:txBody>
      </p:sp>
    </p:spTree>
    <p:extLst>
      <p:ext uri="{BB962C8B-B14F-4D97-AF65-F5344CB8AC3E}">
        <p14:creationId xmlns:p14="http://schemas.microsoft.com/office/powerpoint/2010/main" val="199619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10B43-D6C9-4F98-57A1-6DC479CF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6F9DC-CB76-77EB-1383-54263954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</a:t>
            </a:r>
            <a:r>
              <a:rPr lang="fr-FR" b="0" dirty="0"/>
              <a:t>Dimensionnement et résistance des éléments de liaisons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19B5F9-8023-1491-C552-CC3E0A0FB7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57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EE196D-5EC0-3510-CBDE-AC8FD3E60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9" name="Image 8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7426FCB0-9E5E-AB86-2C29-7E07A01E6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45" y="1435748"/>
            <a:ext cx="3889290" cy="22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2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D59C-0B6A-3B1E-20F0-7C1BBBCB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AEE2D70-7FF7-B7AD-E825-0A422AC6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7643224" cy="1072753"/>
          </a:xfrm>
        </p:spPr>
        <p:txBody>
          <a:bodyPr>
            <a:normAutofit/>
          </a:bodyPr>
          <a:lstStyle/>
          <a:p>
            <a:r>
              <a:rPr lang="fr-FR" dirty="0">
                <a:latin typeface="+mj-lt"/>
              </a:rPr>
              <a:t>5.1 Cisaillement et Torsion des arbres/clavettes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1ABA6-52AD-A8DA-B39C-4681AB77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D8568F-1A33-3C26-14D2-E80F0F87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876428E1-9C6F-C6F6-282F-3D6584C5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D238302-323F-8D0F-8FBA-D3954B25C33D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8B748E-7254-8126-45E8-647A01A23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83991C4-53D9-F6F0-11DC-4CA287B90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410038"/>
              </p:ext>
            </p:extLst>
          </p:nvPr>
        </p:nvGraphicFramePr>
        <p:xfrm>
          <a:off x="1091988" y="3362215"/>
          <a:ext cx="7200900" cy="1386840"/>
        </p:xfrm>
        <a:graphic>
          <a:graphicData uri="http://schemas.openxmlformats.org/drawingml/2006/table">
            <a:tbl>
              <a:tblPr/>
              <a:tblGrid>
                <a:gridCol w="866775">
                  <a:extLst>
                    <a:ext uri="{9D8B030D-6E8A-4147-A177-3AD203B41FA5}">
                      <a16:colId xmlns:a16="http://schemas.microsoft.com/office/drawing/2014/main" val="302692299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6170729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6669219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59326758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629892788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57959285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60587549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9892682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1120838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3067331248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413651701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64128843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Engrenage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 (N·mm)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 (mm)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= h/2 (mm)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 (mm)</a:t>
                      </a:r>
                      <a:endParaRPr lang="fr-FR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(mm)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τ 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clavette (MPa)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τ &lt; 100</a:t>
                      </a:r>
                      <a:endParaRPr lang="el-G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σ (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MPa)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σ &lt; 200</a:t>
                      </a:r>
                      <a:endParaRPr lang="el-G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τ 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arbre (MPa)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τ 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arbre &lt; 100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660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E1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8.6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8.6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12.43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5403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14.74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824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E3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6.1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6.1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14.74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91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fr-FR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15.92</a:t>
                      </a:r>
                      <a:endParaRPr lang="fr-FR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  <a:endParaRPr lang="fr-FR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22640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BE5900D-1C95-ECB9-381B-C443E1B4B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3" name="Image 12" descr="Une image contenant Police, blanc, texte, ligne&#10;&#10;Le contenu généré par l’IA peut être incorrect.">
            <a:extLst>
              <a:ext uri="{FF2B5EF4-FFF2-40B4-BE49-F238E27FC236}">
                <a16:creationId xmlns:a16="http://schemas.microsoft.com/office/drawing/2014/main" id="{64890D11-A480-D329-5B5A-23033595B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29" y="1229135"/>
            <a:ext cx="1910473" cy="636824"/>
          </a:xfrm>
          <a:prstGeom prst="rect">
            <a:avLst/>
          </a:prstGeom>
        </p:spPr>
      </p:pic>
      <p:pic>
        <p:nvPicPr>
          <p:cNvPr id="34823" name="Picture 7">
            <a:extLst>
              <a:ext uri="{FF2B5EF4-FFF2-40B4-BE49-F238E27FC236}">
                <a16:creationId xmlns:a16="http://schemas.microsoft.com/office/drawing/2014/main" id="{AE07826D-2BEA-827D-97C6-1B8FB3AF3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62"/>
          <a:stretch>
            <a:fillRect/>
          </a:stretch>
        </p:blipFill>
        <p:spPr bwMode="auto">
          <a:xfrm>
            <a:off x="6864541" y="666163"/>
            <a:ext cx="792965" cy="124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5" name="Picture 9">
            <a:extLst>
              <a:ext uri="{FF2B5EF4-FFF2-40B4-BE49-F238E27FC236}">
                <a16:creationId xmlns:a16="http://schemas.microsoft.com/office/drawing/2014/main" id="{26D7143D-F773-4A1C-6A42-C327CEA73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79"/>
          <a:stretch>
            <a:fillRect/>
          </a:stretch>
        </p:blipFill>
        <p:spPr bwMode="auto">
          <a:xfrm>
            <a:off x="6817805" y="1923673"/>
            <a:ext cx="1494235" cy="102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D2DA40A-9FA5-DC53-3299-87D7D94C75B3}"/>
              </a:ext>
            </a:extLst>
          </p:cNvPr>
          <p:cNvSpPr/>
          <p:nvPr/>
        </p:nvSpPr>
        <p:spPr>
          <a:xfrm>
            <a:off x="716708" y="1176614"/>
            <a:ext cx="1609887" cy="72200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1" name="Image 10" descr="Une image contenant texte, Police, blanc, conception&#10;&#10;Le contenu généré par l’IA peut être incorrect.">
            <a:extLst>
              <a:ext uri="{FF2B5EF4-FFF2-40B4-BE49-F238E27FC236}">
                <a16:creationId xmlns:a16="http://schemas.microsoft.com/office/drawing/2014/main" id="{5911E4AB-1972-6AD8-2618-B735EB2FB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23" y="2213266"/>
            <a:ext cx="1430468" cy="646754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D04E0F2-ED5C-266B-355E-E68BC18F1CBE}"/>
              </a:ext>
            </a:extLst>
          </p:cNvPr>
          <p:cNvSpPr/>
          <p:nvPr/>
        </p:nvSpPr>
        <p:spPr>
          <a:xfrm>
            <a:off x="716708" y="2178897"/>
            <a:ext cx="1609887" cy="72200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B3E315A-455B-0DD6-A511-9914088ED637}"/>
              </a:ext>
            </a:extLst>
          </p:cNvPr>
          <p:cNvSpPr txBox="1"/>
          <p:nvPr/>
        </p:nvSpPr>
        <p:spPr>
          <a:xfrm>
            <a:off x="6632209" y="1853293"/>
            <a:ext cx="52918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de l’engrenage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F41F1E-0358-AB0B-9090-DB4A844628D7}"/>
              </a:ext>
            </a:extLst>
          </p:cNvPr>
          <p:cNvSpPr txBox="1"/>
          <p:nvPr/>
        </p:nvSpPr>
        <p:spPr>
          <a:xfrm>
            <a:off x="6632209" y="2896741"/>
            <a:ext cx="52918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de la clavette</a:t>
            </a:r>
          </a:p>
        </p:txBody>
      </p:sp>
      <p:pic>
        <p:nvPicPr>
          <p:cNvPr id="19" name="Image 18" descr="Une image contenant cylindre, outil, télescope, cadre&#10;&#10;Le contenu généré par l’IA peut être incorrect.">
            <a:extLst>
              <a:ext uri="{FF2B5EF4-FFF2-40B4-BE49-F238E27FC236}">
                <a16:creationId xmlns:a16="http://schemas.microsoft.com/office/drawing/2014/main" id="{41052904-49A9-C7DB-D93F-13423CAD88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9221" y="601168"/>
            <a:ext cx="2016937" cy="1302274"/>
          </a:xfrm>
          <a:prstGeom prst="rect">
            <a:avLst/>
          </a:prstGeom>
        </p:spPr>
      </p:pic>
      <p:pic>
        <p:nvPicPr>
          <p:cNvPr id="21" name="Image 20" descr="Une image contenant Pièce auto, transport, vitesse, roue&#10;&#10;Le contenu généré par l’IA peut être incorrect.">
            <a:extLst>
              <a:ext uri="{FF2B5EF4-FFF2-40B4-BE49-F238E27FC236}">
                <a16:creationId xmlns:a16="http://schemas.microsoft.com/office/drawing/2014/main" id="{E80589FB-8BA3-EFF4-948F-6A8060EF4C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557" y="632798"/>
            <a:ext cx="1780273" cy="1494033"/>
          </a:xfrm>
          <a:prstGeom prst="rect">
            <a:avLst/>
          </a:prstGeom>
        </p:spPr>
      </p:pic>
      <p:pic>
        <p:nvPicPr>
          <p:cNvPr id="23" name="Image 22" descr="Une image contenant objets en métal, vitesse, Pièce auto&#10;&#10;Le contenu généré par l’IA peut être incorrect.">
            <a:extLst>
              <a:ext uri="{FF2B5EF4-FFF2-40B4-BE49-F238E27FC236}">
                <a16:creationId xmlns:a16="http://schemas.microsoft.com/office/drawing/2014/main" id="{F663C6B2-2611-312A-4BEE-22CD31918F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4844" y="1895340"/>
            <a:ext cx="1780273" cy="1316447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585E5189-F487-1AF8-2895-1B41EFB579A7}"/>
              </a:ext>
            </a:extLst>
          </p:cNvPr>
          <p:cNvSpPr txBox="1"/>
          <p:nvPr/>
        </p:nvSpPr>
        <p:spPr>
          <a:xfrm>
            <a:off x="2580186" y="1754154"/>
            <a:ext cx="5970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Clavettes arbre 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E2FAAC1-2CE4-44C8-8AA1-31F1CDE813E5}"/>
              </a:ext>
            </a:extLst>
          </p:cNvPr>
          <p:cNvSpPr txBox="1"/>
          <p:nvPr/>
        </p:nvSpPr>
        <p:spPr>
          <a:xfrm>
            <a:off x="4967453" y="2051618"/>
            <a:ext cx="5970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Clavettes arbre 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E31D389-773A-3B6D-EEE5-04A91494F5ED}"/>
              </a:ext>
            </a:extLst>
          </p:cNvPr>
          <p:cNvSpPr txBox="1"/>
          <p:nvPr/>
        </p:nvSpPr>
        <p:spPr>
          <a:xfrm>
            <a:off x="3105023" y="3038290"/>
            <a:ext cx="5970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Clavettes arbre 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0D0C64C-E4A2-42B0-6B7E-FF00D23DC52D}"/>
              </a:ext>
            </a:extLst>
          </p:cNvPr>
          <p:cNvSpPr txBox="1"/>
          <p:nvPr/>
        </p:nvSpPr>
        <p:spPr>
          <a:xfrm>
            <a:off x="8160010" y="4751045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4.1 </a:t>
            </a:r>
          </a:p>
        </p:txBody>
      </p:sp>
    </p:spTree>
    <p:extLst>
      <p:ext uri="{BB962C8B-B14F-4D97-AF65-F5344CB8AC3E}">
        <p14:creationId xmlns:p14="http://schemas.microsoft.com/office/powerpoint/2010/main" val="184304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72CE-18F3-D890-8CE0-F70EEE71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D8A6B39-6793-A652-BB41-D29C8086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5.2 Résistance à la torsion des arbres de transmissions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B5455D-F7C7-07CE-603F-1FA5071D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E06901F-8EBF-3415-BA80-31311050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1FEE3D04-EAD9-0084-40DD-6E25BC51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76FC9A-B4B9-31A6-381D-4A195FA02EB5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52C43-94AD-6C65-4767-F60B0385A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684654E-4A11-BA27-D414-329352FDD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" name="Image 9" descr="Une image contenant texte, Police, diagramm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082AAAD6-264F-DF54-5771-BC718F0C6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56" y="1252305"/>
            <a:ext cx="1576606" cy="846863"/>
          </a:xfrm>
          <a:prstGeom prst="rect">
            <a:avLst/>
          </a:prstGeom>
        </p:spPr>
      </p:pic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8F59D1E2-76AE-DA84-6E98-D3C662CB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911041"/>
              </p:ext>
            </p:extLst>
          </p:nvPr>
        </p:nvGraphicFramePr>
        <p:xfrm>
          <a:off x="2828595" y="1341810"/>
          <a:ext cx="4762500" cy="292608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125840886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33438158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182315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42252318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08616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Arbre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Élément(s) fixé(s)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Couple transmis (Nm)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Ø mini (mm)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Matériau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4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Manivelle + engrenage (Ø8 mm)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Alu 7075-T6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864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engrenages (Ø10–12 mm)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Alu 7075-T6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26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Engrenage (Ø20 mm) + 2 cames (Ø18 mm)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Alu 7075-T6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54194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131F2D75-1514-6A23-F034-2328D629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155DD6A-90F6-37FF-113D-FFA344302348}"/>
              </a:ext>
            </a:extLst>
          </p:cNvPr>
          <p:cNvSpPr/>
          <p:nvPr/>
        </p:nvSpPr>
        <p:spPr>
          <a:xfrm>
            <a:off x="923624" y="1283423"/>
            <a:ext cx="1609887" cy="72200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1F1E51E-DDE8-C6A8-1890-ACF6A19C3D79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4.1 </a:t>
            </a:r>
          </a:p>
        </p:txBody>
      </p:sp>
    </p:spTree>
    <p:extLst>
      <p:ext uri="{BB962C8B-B14F-4D97-AF65-F5344CB8AC3E}">
        <p14:creationId xmlns:p14="http://schemas.microsoft.com/office/powerpoint/2010/main" val="1139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694D-9B7F-72E5-2C8B-30B0C11A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A7BF8BC-7CFF-904E-3BE5-CEB0DFE4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5.3 Pression de matage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F172EE-2E75-B32D-68AA-1E2619A7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4A1C399-E236-69D3-526F-1996C2097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D8D1162F-48A4-A46C-22ED-2D003666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004DEFE-BF90-540A-74EF-F1A13A3D4846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6BDE1A-0589-7087-ECEB-3513CE09D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B82B1FD-717F-FEA6-7A65-08E26F4F5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F6A6594-4BF0-DDD0-2C4F-6DCD1662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137EB549-A420-6FB3-D0FA-4EF935077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8" t="37880" r="15112"/>
          <a:stretch>
            <a:fillRect/>
          </a:stretch>
        </p:blipFill>
        <p:spPr bwMode="auto">
          <a:xfrm>
            <a:off x="645459" y="847428"/>
            <a:ext cx="2441759" cy="142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1A3239E-9F04-57A3-BCCB-9D7BF945E2FE}"/>
              </a:ext>
            </a:extLst>
          </p:cNvPr>
          <p:cNvSpPr txBox="1"/>
          <p:nvPr/>
        </p:nvSpPr>
        <p:spPr>
          <a:xfrm>
            <a:off x="975156" y="2340588"/>
            <a:ext cx="73614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: Schéma illustrant la pression de matage sur une clavette parallèle</a:t>
            </a:r>
            <a:endParaRPr lang="fr-FR" sz="1000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8E9B6F96-7AA1-9B02-0EAF-15871944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79"/>
          <a:stretch>
            <a:fillRect/>
          </a:stretch>
        </p:blipFill>
        <p:spPr bwMode="auto">
          <a:xfrm>
            <a:off x="3324463" y="675382"/>
            <a:ext cx="2322024" cy="159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 descr="Une image contenant texte, Police, reçu, blanc&#10;&#10;Le contenu généré par l’IA peut être incorrect.">
            <a:extLst>
              <a:ext uri="{FF2B5EF4-FFF2-40B4-BE49-F238E27FC236}">
                <a16:creationId xmlns:a16="http://schemas.microsoft.com/office/drawing/2014/main" id="{E95C7D4D-2401-BCB8-8830-D8A2868B2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69" y="2817142"/>
            <a:ext cx="3673237" cy="1875082"/>
          </a:xfrm>
          <a:prstGeom prst="rect">
            <a:avLst/>
          </a:prstGeom>
        </p:spPr>
      </p:pic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2558CD72-F22F-7B3D-2AD7-24D425C59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289122"/>
              </p:ext>
            </p:extLst>
          </p:nvPr>
        </p:nvGraphicFramePr>
        <p:xfrm>
          <a:off x="5133825" y="2817142"/>
          <a:ext cx="2855241" cy="1696141"/>
        </p:xfrm>
        <a:graphic>
          <a:graphicData uri="http://schemas.openxmlformats.org/drawingml/2006/table">
            <a:tbl>
              <a:tblPr/>
              <a:tblGrid>
                <a:gridCol w="1281945">
                  <a:extLst>
                    <a:ext uri="{9D8B030D-6E8A-4147-A177-3AD203B41FA5}">
                      <a16:colId xmlns:a16="http://schemas.microsoft.com/office/drawing/2014/main" val="4025277746"/>
                    </a:ext>
                  </a:extLst>
                </a:gridCol>
                <a:gridCol w="1573296">
                  <a:extLst>
                    <a:ext uri="{9D8B030D-6E8A-4147-A177-3AD203B41FA5}">
                      <a16:colId xmlns:a16="http://schemas.microsoft.com/office/drawing/2014/main" val="18761289"/>
                    </a:ext>
                  </a:extLst>
                </a:gridCol>
              </a:tblGrid>
              <a:tr h="56749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Conditions de fonctionnement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Pression de matage admissible (MPa)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962143"/>
                  </a:ext>
                </a:extLst>
              </a:tr>
              <a:tr h="37621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Excellentes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à 20 MPa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723836"/>
                  </a:ext>
                </a:extLst>
              </a:tr>
              <a:tr h="37621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Normales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à 15 MPa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052865"/>
                  </a:ext>
                </a:extLst>
              </a:tr>
              <a:tr h="37621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Mauvaises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à 10 MPa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105742"/>
                  </a:ext>
                </a:extLst>
              </a:tr>
            </a:tbl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046A9D03-E62F-4B32-62B7-6D4983DF0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274" y="2780936"/>
            <a:ext cx="5593941" cy="52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41738D1-A2C4-AC85-701C-71F19DB8EEA7}"/>
              </a:ext>
            </a:extLst>
          </p:cNvPr>
          <p:cNvSpPr/>
          <p:nvPr/>
        </p:nvSpPr>
        <p:spPr>
          <a:xfrm>
            <a:off x="3087219" y="2868168"/>
            <a:ext cx="1197106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EF2F9A86-408C-54E9-324E-85212689BF2C}"/>
              </a:ext>
            </a:extLst>
          </p:cNvPr>
          <p:cNvSpPr/>
          <p:nvPr/>
        </p:nvSpPr>
        <p:spPr>
          <a:xfrm>
            <a:off x="3087218" y="3273278"/>
            <a:ext cx="1197106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B627F3B-E261-E1DC-DE0B-956EF4F6EB5E}"/>
              </a:ext>
            </a:extLst>
          </p:cNvPr>
          <p:cNvSpPr/>
          <p:nvPr/>
        </p:nvSpPr>
        <p:spPr>
          <a:xfrm>
            <a:off x="3087218" y="3698806"/>
            <a:ext cx="1197106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E462ECB-344A-AC57-6AFA-5BD951041277}"/>
              </a:ext>
            </a:extLst>
          </p:cNvPr>
          <p:cNvSpPr/>
          <p:nvPr/>
        </p:nvSpPr>
        <p:spPr>
          <a:xfrm>
            <a:off x="3087218" y="4100055"/>
            <a:ext cx="1197106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1A01548-2C97-AE47-8F84-C0310E11BEF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4.2 </a:t>
            </a:r>
          </a:p>
        </p:txBody>
      </p:sp>
    </p:spTree>
    <p:extLst>
      <p:ext uri="{BB962C8B-B14F-4D97-AF65-F5344CB8AC3E}">
        <p14:creationId xmlns:p14="http://schemas.microsoft.com/office/powerpoint/2010/main" val="28723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1220-4D5D-9AAC-5075-FAC9D70A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DEE6836-34D1-65FB-B825-78447C30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5.4 Résistance des coussinets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54E374-5E7D-BC67-C8A0-793F68C6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3323F40-1AE4-6810-7BCC-3B37C1D93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A54B9F1E-64E8-B392-C9BB-57E023DD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61304B8-1775-A0CD-6445-CE907C4A3D6C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6AB3AC-1C7A-6553-9F8B-63692DE39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A203AD0-ADF4-8612-5B07-8BDC588A8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07A4BD2-C7B5-075F-E52A-39BCE2DC7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7E4617B-2EE5-ADBE-D6F4-D224A87A4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274" y="2780936"/>
            <a:ext cx="5593941" cy="52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1201CF29-CC1E-5458-3746-1183AE6D9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864" y="675042"/>
            <a:ext cx="2499441" cy="140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Police, blanc, algèbre&#10;&#10;Le contenu généré par l’IA peut être incorrect.">
            <a:extLst>
              <a:ext uri="{FF2B5EF4-FFF2-40B4-BE49-F238E27FC236}">
                <a16:creationId xmlns:a16="http://schemas.microsoft.com/office/drawing/2014/main" id="{446ED192-3D20-70F3-C5AD-A87CA9E0B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4" y="2209143"/>
            <a:ext cx="2739305" cy="904322"/>
          </a:xfrm>
          <a:prstGeom prst="rect">
            <a:avLst/>
          </a:prstGeom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3014513-1A64-91E2-0BAA-B4019785A8C8}"/>
              </a:ext>
            </a:extLst>
          </p:cNvPr>
          <p:cNvSpPr/>
          <p:nvPr/>
        </p:nvSpPr>
        <p:spPr>
          <a:xfrm>
            <a:off x="2786108" y="2670066"/>
            <a:ext cx="858071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5" name="Image 14" descr="Une image contenant texte, reçu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72148DF-9D05-E0A1-6E1A-AE385388C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56" y="3453257"/>
            <a:ext cx="2897745" cy="1313305"/>
          </a:xfrm>
          <a:prstGeom prst="rect">
            <a:avLst/>
          </a:prstGeom>
        </p:spPr>
      </p:pic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414B590-7B9C-1A4D-C98E-AD87E4E93320}"/>
              </a:ext>
            </a:extLst>
          </p:cNvPr>
          <p:cNvSpPr/>
          <p:nvPr/>
        </p:nvSpPr>
        <p:spPr>
          <a:xfrm>
            <a:off x="2917960" y="3523439"/>
            <a:ext cx="858071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8411B0F7-405C-B5CB-BF45-5DDFBC4BAB7F}"/>
              </a:ext>
            </a:extLst>
          </p:cNvPr>
          <p:cNvSpPr/>
          <p:nvPr/>
        </p:nvSpPr>
        <p:spPr>
          <a:xfrm>
            <a:off x="2917960" y="3937022"/>
            <a:ext cx="858071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4C3AE79-ADA2-C47E-C3BD-F732048F32C0}"/>
              </a:ext>
            </a:extLst>
          </p:cNvPr>
          <p:cNvSpPr/>
          <p:nvPr/>
        </p:nvSpPr>
        <p:spPr>
          <a:xfrm>
            <a:off x="2917960" y="4350605"/>
            <a:ext cx="858071" cy="3540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40" name="Image 39" descr="Une image contenant Police, blanc, typographie, texte&#10;&#10;Le contenu généré par l’IA peut être incorrect.">
            <a:extLst>
              <a:ext uri="{FF2B5EF4-FFF2-40B4-BE49-F238E27FC236}">
                <a16:creationId xmlns:a16="http://schemas.microsoft.com/office/drawing/2014/main" id="{2750C1E1-5B8F-4EEE-42F6-541ED907A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777" y="4465460"/>
            <a:ext cx="1070835" cy="478458"/>
          </a:xfrm>
          <a:prstGeom prst="rect">
            <a:avLst/>
          </a:prstGeom>
        </p:spPr>
      </p:pic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2AA1B52E-2E1A-319F-EF10-A49A70337F20}"/>
              </a:ext>
            </a:extLst>
          </p:cNvPr>
          <p:cNvSpPr/>
          <p:nvPr/>
        </p:nvSpPr>
        <p:spPr>
          <a:xfrm>
            <a:off x="5396316" y="4538442"/>
            <a:ext cx="1070835" cy="40547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14" name="Image 13" descr="Une image contenant diagramme, capture d’écran, ligne, antenne&#10;&#10;Le contenu généré par l’IA peut être incorrect.">
            <a:extLst>
              <a:ext uri="{FF2B5EF4-FFF2-40B4-BE49-F238E27FC236}">
                <a16:creationId xmlns:a16="http://schemas.microsoft.com/office/drawing/2014/main" id="{4DA9B630-C83C-27A3-F627-64C3F0DB7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704" y="1960653"/>
            <a:ext cx="3667125" cy="2343727"/>
          </a:xfrm>
          <a:prstGeom prst="rect">
            <a:avLst/>
          </a:prstGeom>
        </p:spPr>
      </p:pic>
      <p:pic>
        <p:nvPicPr>
          <p:cNvPr id="40962" name="Picture 2">
            <a:extLst>
              <a:ext uri="{FF2B5EF4-FFF2-40B4-BE49-F238E27FC236}">
                <a16:creationId xmlns:a16="http://schemas.microsoft.com/office/drawing/2014/main" id="{0F90D4E5-E74A-BE7D-417A-B0ED57FC56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6" b="18347"/>
          <a:stretch>
            <a:fillRect/>
          </a:stretch>
        </p:blipFill>
        <p:spPr bwMode="auto">
          <a:xfrm>
            <a:off x="4990654" y="844889"/>
            <a:ext cx="1882157" cy="123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C648DFF-1037-60C6-A7A2-E25D50EF5CED}"/>
              </a:ext>
            </a:extLst>
          </p:cNvPr>
          <p:cNvSpPr txBox="1"/>
          <p:nvPr/>
        </p:nvSpPr>
        <p:spPr>
          <a:xfrm>
            <a:off x="4687556" y="4106819"/>
            <a:ext cx="6262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Palier Lisse - Roulement à Billes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AB6EC00-3E45-5B89-1742-6AE76CE871C8}"/>
              </a:ext>
            </a:extLst>
          </p:cNvPr>
          <p:cNvSpPr txBox="1"/>
          <p:nvPr/>
        </p:nvSpPr>
        <p:spPr>
          <a:xfrm>
            <a:off x="4661845" y="2007714"/>
            <a:ext cx="6262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représentant les forces appliquées sur les coussinets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9C54246-FF4E-9C94-5465-558067608EFB}"/>
              </a:ext>
            </a:extLst>
          </p:cNvPr>
          <p:cNvSpPr txBox="1"/>
          <p:nvPr/>
        </p:nvSpPr>
        <p:spPr>
          <a:xfrm>
            <a:off x="1017849" y="2007715"/>
            <a:ext cx="6262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des forces radiales agissant sur l’arbre n°2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AA30D4B-5FF5-F4D4-ECE4-4A39B44047FB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4.3 </a:t>
            </a:r>
          </a:p>
        </p:txBody>
      </p:sp>
    </p:spTree>
    <p:extLst>
      <p:ext uri="{BB962C8B-B14F-4D97-AF65-F5344CB8AC3E}">
        <p14:creationId xmlns:p14="http://schemas.microsoft.com/office/powerpoint/2010/main" val="328550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0F46-A622-6E1D-05AD-F02002A5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ADA3580-B12C-7C77-5F09-804C277B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5.5 Calcul de la durée de vie des roulements à bille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12BB07-2CF1-6A6D-BDFC-4F49FBFD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5246114-547C-F649-61FC-4F80E9B87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A043A78C-775F-C71B-8E9B-2C05F42D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953E62C-82B0-8897-E031-6B484CBAD4C2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71A69E-64D5-8A69-46EE-B0A8F18A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6D9F8CB-6060-B318-9E44-BAEC85BC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D37AE6A-D439-F13D-5575-9CED0226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3" name="Image 12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1CC0DB99-7A0B-E51F-B3F2-10F01091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63" y="1660214"/>
            <a:ext cx="3461175" cy="736087"/>
          </a:xfrm>
          <a:prstGeom prst="rect">
            <a:avLst/>
          </a:prstGeom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73C7870D-01A8-72E2-CF37-0EB39ABE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015" y="2946180"/>
            <a:ext cx="1465576" cy="132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7C8979EE-29AB-8943-5DC0-E668ED130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41" y="2325497"/>
            <a:ext cx="2606842" cy="45720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D1913F5-4722-B8F6-F6FE-5D7FABD2CFB8}"/>
              </a:ext>
            </a:extLst>
          </p:cNvPr>
          <p:cNvSpPr txBox="1"/>
          <p:nvPr/>
        </p:nvSpPr>
        <p:spPr>
          <a:xfrm>
            <a:off x="940191" y="1095072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1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487FBF1-A195-1F81-E263-5ACEE2BCCDB4}"/>
              </a:ext>
            </a:extLst>
          </p:cNvPr>
          <p:cNvSpPr/>
          <p:nvPr/>
        </p:nvSpPr>
        <p:spPr>
          <a:xfrm>
            <a:off x="841090" y="1162641"/>
            <a:ext cx="664504" cy="5243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0" name="Image 19" descr="Une image contenant texte, Police, blanc&#10;&#10;Le contenu généré par l’IA peut être incorrect.">
            <a:extLst>
              <a:ext uri="{FF2B5EF4-FFF2-40B4-BE49-F238E27FC236}">
                <a16:creationId xmlns:a16="http://schemas.microsoft.com/office/drawing/2014/main" id="{AA53DF26-1ABC-4D02-B910-63D646729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933" y="1686894"/>
            <a:ext cx="3018869" cy="607055"/>
          </a:xfrm>
          <a:prstGeom prst="rect">
            <a:avLst/>
          </a:prstGeom>
        </p:spPr>
      </p:pic>
      <p:pic>
        <p:nvPicPr>
          <p:cNvPr id="22" name="Image 21" descr="Une image contenant Police, texte, blanc, ligne&#10;&#10;Le contenu généré par l’IA peut être incorrect.">
            <a:extLst>
              <a:ext uri="{FF2B5EF4-FFF2-40B4-BE49-F238E27FC236}">
                <a16:creationId xmlns:a16="http://schemas.microsoft.com/office/drawing/2014/main" id="{867B063F-B17A-B67F-20CC-C870F5FCC7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661" y="2213679"/>
            <a:ext cx="2788923" cy="4572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8DD0814-30C6-8EA3-4E12-6CC7E02B373D}"/>
              </a:ext>
            </a:extLst>
          </p:cNvPr>
          <p:cNvSpPr txBox="1"/>
          <p:nvPr/>
        </p:nvSpPr>
        <p:spPr>
          <a:xfrm>
            <a:off x="4495580" y="998716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2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C0D7C6C-6048-F05C-EEA5-AC420F9AE989}"/>
              </a:ext>
            </a:extLst>
          </p:cNvPr>
          <p:cNvSpPr/>
          <p:nvPr/>
        </p:nvSpPr>
        <p:spPr>
          <a:xfrm>
            <a:off x="4348661" y="1069979"/>
            <a:ext cx="664504" cy="5243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pic>
        <p:nvPicPr>
          <p:cNvPr id="28" name="Image 27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41A95FE2-7D9D-8BA4-6920-A7FC8AC389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1257" y="3444562"/>
            <a:ext cx="2891009" cy="603866"/>
          </a:xfrm>
          <a:prstGeom prst="rect">
            <a:avLst/>
          </a:prstGeom>
        </p:spPr>
      </p:pic>
      <p:pic>
        <p:nvPicPr>
          <p:cNvPr id="30" name="Image 29" descr="Une image contenant texte, Polic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8FBBCA76-9FD9-42CA-611E-550DACFF6E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9545" y="4006036"/>
            <a:ext cx="2389292" cy="341327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20FF78D-0B7C-7BE3-C699-593E91CB9D2B}"/>
              </a:ext>
            </a:extLst>
          </p:cNvPr>
          <p:cNvSpPr/>
          <p:nvPr/>
        </p:nvSpPr>
        <p:spPr>
          <a:xfrm>
            <a:off x="1539872" y="2830537"/>
            <a:ext cx="664504" cy="5243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5489770-9EE7-3109-262C-6A6114AC8CDD}"/>
              </a:ext>
            </a:extLst>
          </p:cNvPr>
          <p:cNvSpPr txBox="1"/>
          <p:nvPr/>
        </p:nvSpPr>
        <p:spPr>
          <a:xfrm>
            <a:off x="1685245" y="2782697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3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7699B-D97C-8575-42D0-16D022D2F5E7}"/>
              </a:ext>
            </a:extLst>
          </p:cNvPr>
          <p:cNvSpPr txBox="1"/>
          <p:nvPr/>
        </p:nvSpPr>
        <p:spPr>
          <a:xfrm>
            <a:off x="5325165" y="4253664"/>
            <a:ext cx="59922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Roulement à bille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A24BAB5-2D18-4E15-2D50-0F403957C229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4.4 </a:t>
            </a:r>
          </a:p>
        </p:txBody>
      </p:sp>
    </p:spTree>
    <p:extLst>
      <p:ext uri="{BB962C8B-B14F-4D97-AF65-F5344CB8AC3E}">
        <p14:creationId xmlns:p14="http://schemas.microsoft.com/office/powerpoint/2010/main" val="188373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C17B5-B272-85B3-6990-86D817AF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EA3537D-739A-A2A8-6C19-7D2B1F06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5.6 Dimensionnement des circlips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8748D5-0BD2-B1DE-4A08-9D9E0BBD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5AC2C43-90F8-139C-E86A-7B6C2FD3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287C572-EEFC-890D-3C1C-41C328D9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CEB627F-3AD9-C478-D654-767EB753ABCC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D3667D-896C-B27A-C95C-0ECFE3AF0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9D2804-AA3A-061A-4DF6-9168A98B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FAB3B9A-9726-4328-C5CA-EE3B59AB2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Image 4" descr="Une image contenant Police, nombre, ligne, blanc&#10;&#10;Le contenu généré par l’IA peut être incorrect.">
            <a:extLst>
              <a:ext uri="{FF2B5EF4-FFF2-40B4-BE49-F238E27FC236}">
                <a16:creationId xmlns:a16="http://schemas.microsoft.com/office/drawing/2014/main" id="{6E4AAD51-EC22-6D0B-F3B4-2AC7396F8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47" y="987382"/>
            <a:ext cx="2171700" cy="596900"/>
          </a:xfrm>
          <a:prstGeom prst="rect">
            <a:avLst/>
          </a:prstGeom>
        </p:spPr>
      </p:pic>
      <p:pic>
        <p:nvPicPr>
          <p:cNvPr id="14" name="Image 13" descr="Une image contenant Police, texte, blanc, nombre&#10;&#10;Le contenu généré par l’IA peut être incorrect.">
            <a:extLst>
              <a:ext uri="{FF2B5EF4-FFF2-40B4-BE49-F238E27FC236}">
                <a16:creationId xmlns:a16="http://schemas.microsoft.com/office/drawing/2014/main" id="{71A6709E-5DC4-8DD5-2648-1567DBDE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384" y="1624258"/>
            <a:ext cx="2354026" cy="648210"/>
          </a:xfrm>
          <a:prstGeom prst="rect">
            <a:avLst/>
          </a:prstGeom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C405D22F-005A-B33E-7A03-342957D5A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99"/>
          <a:stretch>
            <a:fillRect/>
          </a:stretch>
        </p:blipFill>
        <p:spPr bwMode="auto">
          <a:xfrm>
            <a:off x="4235637" y="875610"/>
            <a:ext cx="3531815" cy="149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2" name="Picture 4">
            <a:extLst>
              <a:ext uri="{FF2B5EF4-FFF2-40B4-BE49-F238E27FC236}">
                <a16:creationId xmlns:a16="http://schemas.microsoft.com/office/drawing/2014/main" id="{2FD85DFE-8D15-79C8-5DAF-F71E36AD4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06" y="2536799"/>
            <a:ext cx="8156863" cy="200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4833199-4CB5-6D23-7B1A-C2E106EA37E5}"/>
              </a:ext>
            </a:extLst>
          </p:cNvPr>
          <p:cNvSpPr/>
          <p:nvPr/>
        </p:nvSpPr>
        <p:spPr>
          <a:xfrm>
            <a:off x="1227493" y="918490"/>
            <a:ext cx="2463754" cy="66579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81AEC99-84E0-7F65-C1CB-128C4243CBB4}"/>
              </a:ext>
            </a:extLst>
          </p:cNvPr>
          <p:cNvSpPr/>
          <p:nvPr/>
        </p:nvSpPr>
        <p:spPr>
          <a:xfrm>
            <a:off x="1256069" y="1682630"/>
            <a:ext cx="2463754" cy="61981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D6F483-F4C7-17A6-3148-F10BD728A149}"/>
              </a:ext>
            </a:extLst>
          </p:cNvPr>
          <p:cNvSpPr txBox="1"/>
          <p:nvPr/>
        </p:nvSpPr>
        <p:spPr>
          <a:xfrm>
            <a:off x="4880806" y="2311552"/>
            <a:ext cx="59922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de l’arbre et du circlip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720C862-09C0-5160-E41D-D094C248997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4.5</a:t>
            </a:r>
          </a:p>
        </p:txBody>
      </p:sp>
    </p:spTree>
    <p:extLst>
      <p:ext uri="{BB962C8B-B14F-4D97-AF65-F5344CB8AC3E}">
        <p14:creationId xmlns:p14="http://schemas.microsoft.com/office/powerpoint/2010/main" val="367676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C49A-E47B-398B-F24F-3D348A60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2F151C4-6F7F-62C1-82E2-0DF17DFF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277039"/>
            <a:ext cx="8095287" cy="1072753"/>
          </a:xfrm>
        </p:spPr>
        <p:txBody>
          <a:bodyPr>
            <a:normAutofit/>
          </a:bodyPr>
          <a:lstStyle/>
          <a:p>
            <a:r>
              <a:rPr lang="fr-FR" b="0" dirty="0"/>
              <a:t>5. 7 Dimensionnement des vis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5306DE-4AA8-E441-E55F-7A9068B4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56E2CD-FB3C-ACB4-9371-A0D98D6E7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E82B8DA2-4C1F-0E1B-3773-E7F7233B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CF38AF8-F2E2-3DCB-CA6C-275EEC3A6C39}"/>
              </a:ext>
            </a:extLst>
          </p:cNvPr>
          <p:cNvSpPr txBox="1"/>
          <p:nvPr/>
        </p:nvSpPr>
        <p:spPr>
          <a:xfrm>
            <a:off x="904875" y="4006036"/>
            <a:ext cx="6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CBD0A7-097C-5A8F-CBA1-CD0BEBF46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6" y="875610"/>
            <a:ext cx="7434564" cy="34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01DB62B-CAD9-09B2-2B32-EC7466F5B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545" y="12296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89D6F5C-CC10-D152-DFCB-67ADCD8D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802" y="13419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" name="Image 9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1C5FC780-6163-1518-A137-AD84487426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7" b="-535"/>
          <a:stretch>
            <a:fillRect/>
          </a:stretch>
        </p:blipFill>
        <p:spPr>
          <a:xfrm>
            <a:off x="6251877" y="957385"/>
            <a:ext cx="1799638" cy="3475129"/>
          </a:xfrm>
          <a:prstGeom prst="rect">
            <a:avLst/>
          </a:prstGeom>
        </p:spPr>
      </p:pic>
      <p:pic>
        <p:nvPicPr>
          <p:cNvPr id="13" name="Image 12" descr="Une image contenant texte, Police, écriture manuscrite, blanc&#10;&#10;Le contenu généré par l’IA peut être incorrect.">
            <a:extLst>
              <a:ext uri="{FF2B5EF4-FFF2-40B4-BE49-F238E27FC236}">
                <a16:creationId xmlns:a16="http://schemas.microsoft.com/office/drawing/2014/main" id="{45A36F0B-8540-0215-1CA6-64D5A2AA6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85" y="926033"/>
            <a:ext cx="3023196" cy="116896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8EF01D24-924A-28FF-D455-8BC9023EC1AD}"/>
              </a:ext>
            </a:extLst>
          </p:cNvPr>
          <p:cNvSpPr txBox="1"/>
          <p:nvPr/>
        </p:nvSpPr>
        <p:spPr>
          <a:xfrm>
            <a:off x="975156" y="2216018"/>
            <a:ext cx="59920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 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M4 d’assemblage 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 la buté en caoutchouc : </a:t>
            </a:r>
            <a:endParaRPr lang="fr-FR" dirty="0"/>
          </a:p>
        </p:txBody>
      </p:sp>
      <p:pic>
        <p:nvPicPr>
          <p:cNvPr id="18" name="Image 17" descr="Une image contenant Police, texte, blanc, ligne&#10;&#10;Le contenu généré par l’IA peut être incorrect.">
            <a:extLst>
              <a:ext uri="{FF2B5EF4-FFF2-40B4-BE49-F238E27FC236}">
                <a16:creationId xmlns:a16="http://schemas.microsoft.com/office/drawing/2014/main" id="{B12611D6-2BEB-C912-9F4D-5AEBD1AA2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63" y="2581678"/>
            <a:ext cx="2378105" cy="634161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49AF5E8-B6C6-240C-7DEE-1AEA5B7195FF}"/>
              </a:ext>
            </a:extLst>
          </p:cNvPr>
          <p:cNvSpPr txBox="1"/>
          <p:nvPr/>
        </p:nvSpPr>
        <p:spPr>
          <a:xfrm>
            <a:off x="975156" y="3624475"/>
            <a:ext cx="59920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 M2 assemblage des structures en aluminium :</a:t>
            </a:r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1A7CA84-F745-9B7C-9305-8287CA29D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311" y="3146478"/>
            <a:ext cx="3797524" cy="385144"/>
          </a:xfrm>
          <a:prstGeom prst="rect">
            <a:avLst/>
          </a:prstGeom>
        </p:spPr>
      </p:pic>
      <p:pic>
        <p:nvPicPr>
          <p:cNvPr id="24" name="Image 23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994B5DDF-C689-8655-F505-3B2738479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13" y="3991423"/>
            <a:ext cx="2423685" cy="43452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1A36075-E6E6-82B3-92AB-07A6BC362A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264" y="4342589"/>
            <a:ext cx="3673571" cy="35021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40ADE85-54D5-6EFA-1138-A62CD17A842F}"/>
              </a:ext>
            </a:extLst>
          </p:cNvPr>
          <p:cNvSpPr txBox="1"/>
          <p:nvPr/>
        </p:nvSpPr>
        <p:spPr>
          <a:xfrm>
            <a:off x="6147881" y="4537808"/>
            <a:ext cx="59922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Schéma de la vis et du taraudage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B5E092-0072-A938-1259-EEFF21BAB12B}"/>
              </a:ext>
            </a:extLst>
          </p:cNvPr>
          <p:cNvSpPr txBox="1"/>
          <p:nvPr/>
        </p:nvSpPr>
        <p:spPr>
          <a:xfrm>
            <a:off x="8130308" y="4763785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4.6 </a:t>
            </a:r>
          </a:p>
        </p:txBody>
      </p:sp>
    </p:spTree>
    <p:extLst>
      <p:ext uri="{BB962C8B-B14F-4D97-AF65-F5344CB8AC3E}">
        <p14:creationId xmlns:p14="http://schemas.microsoft.com/office/powerpoint/2010/main" val="24881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1F12-0771-7B33-73E1-3919C44A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5CFA33-5699-D4BF-75CC-F43E1562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dirty="0"/>
              <a:t>6. Analyse des risques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F598DE-F949-6185-02FF-8EDCC695CF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65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E440AF-D561-BF28-AF77-C1C8551B0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BDE20CC-56E1-CEEB-BDD1-8D6C38CA7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30" y="1058779"/>
            <a:ext cx="3992873" cy="26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7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2DA5-02D6-E814-EA98-8A3A3EB1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C99A31-37C5-D9DB-0ABE-D99750F4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9F1531F-083B-DB05-57D4-B97BFDF2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49AA77D-2EC6-801D-F617-2495A0C7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9C999C27-640A-AAD6-C009-5CEEBAA41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298819"/>
              </p:ext>
            </p:extLst>
          </p:nvPr>
        </p:nvGraphicFramePr>
        <p:xfrm>
          <a:off x="1346633" y="734993"/>
          <a:ext cx="6311466" cy="4027989"/>
        </p:xfrm>
        <a:graphic>
          <a:graphicData uri="http://schemas.openxmlformats.org/drawingml/2006/table">
            <a:tbl>
              <a:tblPr/>
              <a:tblGrid>
                <a:gridCol w="1285983">
                  <a:extLst>
                    <a:ext uri="{9D8B030D-6E8A-4147-A177-3AD203B41FA5}">
                      <a16:colId xmlns:a16="http://schemas.microsoft.com/office/drawing/2014/main" val="989257541"/>
                    </a:ext>
                  </a:extLst>
                </a:gridCol>
                <a:gridCol w="1294443">
                  <a:extLst>
                    <a:ext uri="{9D8B030D-6E8A-4147-A177-3AD203B41FA5}">
                      <a16:colId xmlns:a16="http://schemas.microsoft.com/office/drawing/2014/main" val="4278685428"/>
                    </a:ext>
                  </a:extLst>
                </a:gridCol>
                <a:gridCol w="713314">
                  <a:extLst>
                    <a:ext uri="{9D8B030D-6E8A-4147-A177-3AD203B41FA5}">
                      <a16:colId xmlns:a16="http://schemas.microsoft.com/office/drawing/2014/main" val="3744437670"/>
                    </a:ext>
                  </a:extLst>
                </a:gridCol>
                <a:gridCol w="899436">
                  <a:extLst>
                    <a:ext uri="{9D8B030D-6E8A-4147-A177-3AD203B41FA5}">
                      <a16:colId xmlns:a16="http://schemas.microsoft.com/office/drawing/2014/main" val="741155095"/>
                    </a:ext>
                  </a:extLst>
                </a:gridCol>
                <a:gridCol w="2118290">
                  <a:extLst>
                    <a:ext uri="{9D8B030D-6E8A-4147-A177-3AD203B41FA5}">
                      <a16:colId xmlns:a16="http://schemas.microsoft.com/office/drawing/2014/main" val="1715067743"/>
                    </a:ext>
                  </a:extLst>
                </a:gridCol>
              </a:tblGrid>
              <a:tr h="20674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Risque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Gravité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Probabilité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Actions préventives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625182"/>
                  </a:ext>
                </a:extLst>
              </a:tr>
              <a:tr h="45720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Coincement de la main dans la manivelle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Blessure utilisateur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Carter de protection autour de la manivelle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●Consignes de sécurité dans le manuel d’utilisation.                          ● Roue a rocher</a:t>
                      </a: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18276"/>
                  </a:ext>
                </a:extLst>
              </a:tr>
              <a:tr h="27043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Rupture du ressort en charge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Projection violente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Ressort dimensionné avec un coefficient de sécurité &gt; 2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Matériau durable                             ● Carénage complet de la zone de compression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391136"/>
                  </a:ext>
                </a:extLst>
              </a:tr>
              <a:tr h="58362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Désengagement de la clavette de l’arbre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Panne mécanique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Montage avec clavette normalisée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Contrôle des jeux fonctionnels selon ISO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Vérifications périodiques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681459"/>
                  </a:ext>
                </a:extLst>
              </a:tr>
              <a:tr h="58362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Projection de balle non contrôlée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Projection violente ou désorientée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Canal de tir fermé et guidé.    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Tests de trajectoire                        ● Contrôle de la vitesse de lancement via la compression du ressort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9351"/>
                  </a:ext>
                </a:extLst>
              </a:tr>
              <a:tr h="31815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Blocage de la balle dans le lanceur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Dysfonctionnement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Contrôle des tolérances d’usinage.                                    ● Guides lissés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865554"/>
                  </a:ext>
                </a:extLst>
              </a:tr>
              <a:tr h="318150">
                <a:tc>
                  <a:txBody>
                    <a:bodyPr/>
                    <a:lstStyle/>
                    <a:p>
                      <a:pPr marL="0" marR="0" lvl="0" indent="0" algn="just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Blocage de la balle lors du chargement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Dysfonctionnement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+</a:t>
                      </a: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=</a:t>
                      </a: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Dimensionnement adapté              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22897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F91C3ECF-6EB3-9F3B-7451-DDCD3981B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5953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5130909-97C0-66B6-4A56-30A7FCC8425F}"/>
              </a:ext>
            </a:extLst>
          </p:cNvPr>
          <p:cNvSpPr txBox="1"/>
          <p:nvPr/>
        </p:nvSpPr>
        <p:spPr>
          <a:xfrm>
            <a:off x="2405006" y="4825126"/>
            <a:ext cx="62262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+++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très élevé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++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élevé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+modéré  , = moyen, -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faible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--très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 faible</a:t>
            </a:r>
            <a:endParaRPr lang="fr-FR" sz="1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976688-6810-8F9E-9813-0D1B1D374993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5 </a:t>
            </a:r>
          </a:p>
        </p:txBody>
      </p:sp>
    </p:spTree>
    <p:extLst>
      <p:ext uri="{BB962C8B-B14F-4D97-AF65-F5344CB8AC3E}">
        <p14:creationId xmlns:p14="http://schemas.microsoft.com/office/powerpoint/2010/main" val="388702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DF924-88AE-269E-4D94-62F8CAB4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680F2C-4A1D-FADA-FC18-4C71E896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67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D081A8-AB39-DCF0-6975-92F1E77DA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0809C68B-8B1F-4612-3B25-988B16B2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324D474-F3E9-1DFE-E546-7A70F4E65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322323"/>
              </p:ext>
            </p:extLst>
          </p:nvPr>
        </p:nvGraphicFramePr>
        <p:xfrm>
          <a:off x="946151" y="769481"/>
          <a:ext cx="6543457" cy="3468253"/>
        </p:xfrm>
        <a:graphic>
          <a:graphicData uri="http://schemas.openxmlformats.org/drawingml/2006/table">
            <a:tbl>
              <a:tblPr/>
              <a:tblGrid>
                <a:gridCol w="1285983">
                  <a:extLst>
                    <a:ext uri="{9D8B030D-6E8A-4147-A177-3AD203B41FA5}">
                      <a16:colId xmlns:a16="http://schemas.microsoft.com/office/drawing/2014/main" val="989257541"/>
                    </a:ext>
                  </a:extLst>
                </a:gridCol>
                <a:gridCol w="1294443">
                  <a:extLst>
                    <a:ext uri="{9D8B030D-6E8A-4147-A177-3AD203B41FA5}">
                      <a16:colId xmlns:a16="http://schemas.microsoft.com/office/drawing/2014/main" val="4278685428"/>
                    </a:ext>
                  </a:extLst>
                </a:gridCol>
                <a:gridCol w="713314">
                  <a:extLst>
                    <a:ext uri="{9D8B030D-6E8A-4147-A177-3AD203B41FA5}">
                      <a16:colId xmlns:a16="http://schemas.microsoft.com/office/drawing/2014/main" val="3744437670"/>
                    </a:ext>
                  </a:extLst>
                </a:gridCol>
                <a:gridCol w="899436">
                  <a:extLst>
                    <a:ext uri="{9D8B030D-6E8A-4147-A177-3AD203B41FA5}">
                      <a16:colId xmlns:a16="http://schemas.microsoft.com/office/drawing/2014/main" val="741155095"/>
                    </a:ext>
                  </a:extLst>
                </a:gridCol>
                <a:gridCol w="2350281">
                  <a:extLst>
                    <a:ext uri="{9D8B030D-6E8A-4147-A177-3AD203B41FA5}">
                      <a16:colId xmlns:a16="http://schemas.microsoft.com/office/drawing/2014/main" val="1715067743"/>
                    </a:ext>
                  </a:extLst>
                </a:gridCol>
              </a:tblGrid>
              <a:tr h="206745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Risque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Conséquence potentielle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Gravité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Probabilité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Actions préventives</a:t>
                      </a:r>
                      <a:endParaRPr lang="fr-FR" sz="100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625182"/>
                  </a:ext>
                </a:extLst>
              </a:tr>
              <a:tr h="457209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Basculement de la machine pendant l’utilisation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Instabilité de la structure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Centre de gravité abaissé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Patins antidérapants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Répartition équilibrée des masses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18276"/>
                  </a:ext>
                </a:extLst>
              </a:tr>
              <a:tr h="619675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Sur-vitesse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 la manivelle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Usure prématurée et dysfonctionnement possible 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Limitation manuelle                                                 ● Consigne d’utilisation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391136"/>
                  </a:ext>
                </a:extLst>
              </a:tr>
              <a:tr h="583626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dirty="0" err="1">
                          <a:effectLst/>
                        </a:rPr>
                        <a:t>Relachement</a:t>
                      </a:r>
                      <a:r>
                        <a:rPr lang="fr-FR" sz="1000" dirty="0">
                          <a:effectLst/>
                        </a:rPr>
                        <a:t> de la manivelle avant que la balle soit tiré.</a:t>
                      </a: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Retour violent de la manivelle</a:t>
                      </a: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●Cliquet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681459"/>
                  </a:ext>
                </a:extLst>
              </a:tr>
              <a:tr h="583626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Mauvais repositionnement manuel entre deux tirs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Erreur de fonctionnement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fr-FR" sz="100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Ergonomie optimisée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Rétroaction visuelle et mécanique après chaque tir                                     ●  Cadence limitée à 1 balle/5 s</a:t>
                      </a:r>
                      <a:endParaRPr lang="fr-FR" sz="1000" dirty="0">
                        <a:effectLst/>
                      </a:endParaRPr>
                    </a:p>
                  </a:txBody>
                  <a:tcPr marL="44601" marR="44601" marT="44601" marB="44601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9351"/>
                  </a:ext>
                </a:extLst>
              </a:tr>
              <a:tr h="58362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Blocage du mécanisme de rotation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Dysfonctionnement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Lubrification régulière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Matériaux à faible coefficient de frottement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Ajustement précis des jeux</a:t>
                      </a:r>
                      <a:endParaRPr lang="fr-FR" sz="1000" dirty="0">
                        <a:effectLst/>
                      </a:endParaRPr>
                    </a:p>
                  </a:txBody>
                  <a:tcPr marL="26337" marR="26337" marT="26337" marB="26337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696110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841B4ADA-501D-58A3-47A4-C51B91608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5953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0C97C6E-F2BF-FEC4-DED2-4890050CAD25}"/>
              </a:ext>
            </a:extLst>
          </p:cNvPr>
          <p:cNvSpPr txBox="1"/>
          <p:nvPr/>
        </p:nvSpPr>
        <p:spPr>
          <a:xfrm>
            <a:off x="2075110" y="4374019"/>
            <a:ext cx="62262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+++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très élevé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++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élevé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+modéré  , = moyen, -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faible</a:t>
            </a:r>
            <a:r>
              <a:rPr lang="fr-FR" sz="1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--très </a:t>
            </a:r>
            <a:r>
              <a:rPr lang="fr-FR" sz="1000" dirty="0">
                <a:solidFill>
                  <a:srgbClr val="000000"/>
                </a:solidFill>
                <a:latin typeface="Arial" panose="020B0604020202020204" pitchFamily="34" charset="0"/>
              </a:rPr>
              <a:t> faible</a:t>
            </a:r>
            <a:endParaRPr lang="fr-FR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37E20BC-B80C-2A37-43B1-01AEC3CEC71A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5 </a:t>
            </a:r>
          </a:p>
        </p:txBody>
      </p:sp>
    </p:spTree>
    <p:extLst>
      <p:ext uri="{BB962C8B-B14F-4D97-AF65-F5344CB8AC3E}">
        <p14:creationId xmlns:p14="http://schemas.microsoft.com/office/powerpoint/2010/main" val="28680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56152-E1E7-FEDB-4532-34104997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3E99F-03B5-ED4C-A226-3EFB4260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Matériaux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4F4720-6AE9-187E-2E85-98EC8D8AA1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41B40D6-E08E-BCCB-1C08-473D1DB9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4" name="Image 3" descr="Une image contenant texte, conception&#10;&#10;Le contenu généré par l’IA peut être incorrect.">
            <a:extLst>
              <a:ext uri="{FF2B5EF4-FFF2-40B4-BE49-F238E27FC236}">
                <a16:creationId xmlns:a16="http://schemas.microsoft.com/office/drawing/2014/main" id="{9EF33680-25AB-8477-37A0-158269E8C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3" y="695739"/>
            <a:ext cx="3781198" cy="375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0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1AF1-8E1B-DD0D-E7CC-7A37CD2C4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507A044-4A94-9A2A-A6E0-DA291195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54366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7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.1 Analyse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A8881-2E1A-A5B1-EABA-8566604E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FC52C64-7B68-495C-C19A-CF69B7DE9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03C922D-548B-2A1C-3B73-776444C6A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A78BDC7C-BBE7-AA0B-5E8A-88920E955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361" y="731405"/>
            <a:ext cx="5556584" cy="400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4632486-FE3B-0BCB-6998-A43D3775FBC5}"/>
              </a:ext>
            </a:extLst>
          </p:cNvPr>
          <p:cNvSpPr txBox="1"/>
          <p:nvPr/>
        </p:nvSpPr>
        <p:spPr>
          <a:xfrm>
            <a:off x="3741602" y="4743349"/>
            <a:ext cx="4810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Figure : Diagramme d'</a:t>
            </a:r>
            <a:r>
              <a:rPr lang="fr-FR" sz="1000" dirty="0" err="1"/>
              <a:t>Ashby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66171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EB4D-473B-3461-611A-D274C096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2CB0674-58B1-99C6-958B-1349C483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7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Choix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28D6C0-9715-6E3E-6985-9B6A93F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A9C04E0-E882-B080-4B66-134B1397E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A53F4021-38D6-0CF1-B7F1-6696D49B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88514C-A6C7-0917-AFE2-C68574D89030}"/>
              </a:ext>
            </a:extLst>
          </p:cNvPr>
          <p:cNvSpPr txBox="1"/>
          <p:nvPr/>
        </p:nvSpPr>
        <p:spPr>
          <a:xfrm>
            <a:off x="631596" y="738327"/>
            <a:ext cx="4807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+mj-lt"/>
              </a:rPr>
              <a:t>1. PTFE (</a:t>
            </a:r>
            <a:r>
              <a:rPr lang="fr-FR" dirty="0" err="1">
                <a:latin typeface="+mj-lt"/>
              </a:rPr>
              <a:t>Polytétrafluoroéthylène</a:t>
            </a:r>
            <a:r>
              <a:rPr lang="fr-FR" dirty="0">
                <a:latin typeface="+mj-lt"/>
              </a:rPr>
              <a:t>)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46130029-1006-00AF-FA6C-DF2677613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86230"/>
              </p:ext>
            </p:extLst>
          </p:nvPr>
        </p:nvGraphicFramePr>
        <p:xfrm>
          <a:off x="631597" y="1252305"/>
          <a:ext cx="3980128" cy="3152870"/>
        </p:xfrm>
        <a:graphic>
          <a:graphicData uri="http://schemas.openxmlformats.org/drawingml/2006/table">
            <a:tbl>
              <a:tblPr/>
              <a:tblGrid>
                <a:gridCol w="1207961">
                  <a:extLst>
                    <a:ext uri="{9D8B030D-6E8A-4147-A177-3AD203B41FA5}">
                      <a16:colId xmlns:a16="http://schemas.microsoft.com/office/drawing/2014/main" val="2425613561"/>
                    </a:ext>
                  </a:extLst>
                </a:gridCol>
                <a:gridCol w="2772167">
                  <a:extLst>
                    <a:ext uri="{9D8B030D-6E8A-4147-A177-3AD203B41FA5}">
                      <a16:colId xmlns:a16="http://schemas.microsoft.com/office/drawing/2014/main" val="3692358819"/>
                    </a:ext>
                  </a:extLst>
                </a:gridCol>
              </a:tblGrid>
              <a:tr h="491592">
                <a:tc>
                  <a:txBody>
                    <a:bodyPr/>
                    <a:lstStyle/>
                    <a:p>
                      <a:pPr marL="228600" indent="-228600"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Caractéristique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726"/>
                  </a:ext>
                </a:extLst>
              </a:tr>
              <a:tr h="694910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Coefficient de frottement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Très faible (statique et cinétique), idéal pour les zones de glissement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205658"/>
                  </a:ext>
                </a:extLst>
              </a:tr>
              <a:tr h="491592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à l’usure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Excellente, adaptée aux cycles répétés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352772"/>
                  </a:ext>
                </a:extLst>
              </a:tr>
              <a:tr h="491592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Stabilité chimique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Inerte, non toxique jusqu’à 260 °C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726412"/>
                  </a:ext>
                </a:extLst>
              </a:tr>
              <a:tr h="491592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Sécurité d’utilisation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Compatible avec les environnements domestiques et éducatifs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84873"/>
                  </a:ext>
                </a:extLst>
              </a:tr>
              <a:tr h="491592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principale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Pièces en contact nécessitant un mouvement fluide, faible usure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053395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1510701E-4272-6813-E3C5-34862D95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03" y="12524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22B2772-3DBD-B7BB-117F-3A99E8EEF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754" y="1166243"/>
            <a:ext cx="4225603" cy="323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8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8FDAE-A02A-69E9-0F50-72646135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BBDFB1F-D75A-716B-8F7C-D3BAFA69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7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Choix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ABAE1C-232F-BA46-5CD8-9D06E020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01FE90D-8E3E-795A-B325-70D96D8DA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7FC3AA7-DE6A-66E5-FCF1-26805FD0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06F788-A13D-2B12-A370-4C96EE2B4644}"/>
              </a:ext>
            </a:extLst>
          </p:cNvPr>
          <p:cNvSpPr txBox="1"/>
          <p:nvPr/>
        </p:nvSpPr>
        <p:spPr>
          <a:xfrm>
            <a:off x="631596" y="738327"/>
            <a:ext cx="4807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+mj-lt"/>
              </a:rPr>
              <a:t>2. PE-UHMW ( polyéthylène )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CF88C51-ACEC-2D37-22F9-D76D03C5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03" y="12524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4545D413-48AC-C9E5-C7DE-DB644556C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995727"/>
              </p:ext>
            </p:extLst>
          </p:nvPr>
        </p:nvGraphicFramePr>
        <p:xfrm>
          <a:off x="683599" y="1056434"/>
          <a:ext cx="3662490" cy="3834792"/>
        </p:xfrm>
        <a:graphic>
          <a:graphicData uri="http://schemas.openxmlformats.org/drawingml/2006/table">
            <a:tbl>
              <a:tblPr/>
              <a:tblGrid>
                <a:gridCol w="952245">
                  <a:extLst>
                    <a:ext uri="{9D8B030D-6E8A-4147-A177-3AD203B41FA5}">
                      <a16:colId xmlns:a16="http://schemas.microsoft.com/office/drawing/2014/main" val="1487724722"/>
                    </a:ext>
                  </a:extLst>
                </a:gridCol>
                <a:gridCol w="2710245">
                  <a:extLst>
                    <a:ext uri="{9D8B030D-6E8A-4147-A177-3AD203B41FA5}">
                      <a16:colId xmlns:a16="http://schemas.microsoft.com/office/drawing/2014/main" val="588003122"/>
                    </a:ext>
                  </a:extLst>
                </a:gridCol>
              </a:tblGrid>
              <a:tr h="40149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Caractéristique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03017"/>
                  </a:ext>
                </a:extLst>
              </a:tr>
              <a:tr h="61198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Coefficient de frottement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Très faible (0,8–0,20), excellent glissement sans lubrifiant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966709"/>
                  </a:ext>
                </a:extLst>
              </a:tr>
              <a:tr h="61198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à l’usure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Exceptionnelle, idéal pour les pièces soumises à des frottements répétés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542083"/>
                  </a:ext>
                </a:extLst>
              </a:tr>
              <a:tr h="4014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Stabilité chimique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Très bonne, résiste à la plupart des acides, bases, solvants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760311"/>
                  </a:ext>
                </a:extLst>
              </a:tr>
              <a:tr h="61198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Température d’utilisation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 -200 °C à +80 °C en continu (max 90 °C court terme)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799132"/>
                  </a:ext>
                </a:extLst>
              </a:tr>
              <a:tr h="4014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Sécurité d’utilisation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 toxique, versions compatibles contact alimentaire (FDA/EU)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942245"/>
                  </a:ext>
                </a:extLst>
              </a:tr>
              <a:tr h="61198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principale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Glissières, plaques d’usure, convoyeurs, guidages mécaniques à faible friction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57365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E1F872B-D424-EC74-8C2B-1B71E665F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3" y="125309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C7E3781-F6EA-E4F7-E879-ABC3CB6F2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44" y="1115395"/>
            <a:ext cx="4640352" cy="371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10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C353-0623-05E8-A69E-FA3F4894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0F8ED22-862B-A724-EC66-4609270D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7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Choix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BF00CE-50A0-225E-8B73-B528B3C1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30DECF3-93A0-AD13-28A2-E9C02567C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9DF8A34A-BE63-DD5B-5900-8A493D0A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5A2616-6D90-9501-7218-42A7569509CC}"/>
              </a:ext>
            </a:extLst>
          </p:cNvPr>
          <p:cNvSpPr txBox="1"/>
          <p:nvPr/>
        </p:nvSpPr>
        <p:spPr>
          <a:xfrm>
            <a:off x="631596" y="738327"/>
            <a:ext cx="4807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+mj-lt"/>
              </a:rPr>
              <a:t>3. POM-H (</a:t>
            </a:r>
            <a:r>
              <a:rPr lang="fr-FR" dirty="0" err="1">
                <a:latin typeface="+mj-lt"/>
              </a:rPr>
              <a:t>Polyoxyméthylène</a:t>
            </a:r>
            <a:r>
              <a:rPr lang="fr-FR" dirty="0">
                <a:latin typeface="+mj-lt"/>
              </a:rPr>
              <a:t> – Homopolymère)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90F2A7F-E52C-A75B-2AE7-918981BF3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03" y="12524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DF91EAF-5E91-47EF-A105-22EB9A11B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979048"/>
              </p:ext>
            </p:extLst>
          </p:nvPr>
        </p:nvGraphicFramePr>
        <p:xfrm>
          <a:off x="577610" y="1122244"/>
          <a:ext cx="3797705" cy="3934460"/>
        </p:xfrm>
        <a:graphic>
          <a:graphicData uri="http://schemas.openxmlformats.org/drawingml/2006/table">
            <a:tbl>
              <a:tblPr/>
              <a:tblGrid>
                <a:gridCol w="1322253">
                  <a:extLst>
                    <a:ext uri="{9D8B030D-6E8A-4147-A177-3AD203B41FA5}">
                      <a16:colId xmlns:a16="http://schemas.microsoft.com/office/drawing/2014/main" val="441569578"/>
                    </a:ext>
                  </a:extLst>
                </a:gridCol>
                <a:gridCol w="2475452">
                  <a:extLst>
                    <a:ext uri="{9D8B030D-6E8A-4147-A177-3AD203B41FA5}">
                      <a16:colId xmlns:a16="http://schemas.microsoft.com/office/drawing/2014/main" val="3373010836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Caractéristique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283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à l’usure et à la fatigue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Élevée, adaptée aux sollicitations répétées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672087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Coefficient de frottement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100" b="0" dirty="0"/>
                        <a:t>Le POM-H a un bon comportement au glissement (0.2) , surtout en milieu sec</a:t>
                      </a:r>
                      <a:endParaRPr lang="fr-FR" sz="1100" b="0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44869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Dureté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Permet taraudage et usinage de filets précis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132719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Stabilité dimensionnelle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Maintien des tolérances malgré les variations de charge/température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66742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Recyclabilité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Conforme aux objectifs environnementaux du projet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77186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Rigidité supérieure au POM-C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Idéale pour les composants fins ou soumis à flexion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6890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principale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Composants structurels ou sollicités mécaniquement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6501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E6777C-EF9D-E0C0-376B-7EEC49E3D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309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B7CBBF8-9617-46CB-C139-608E2E004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4" y="1105352"/>
            <a:ext cx="4481398" cy="359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8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01F8-E656-B21C-F42D-D55296BB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68B88E4-D570-F496-119D-8ED7B781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7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Choix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16B516-1764-40B5-C030-A134957C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73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D83E856-8768-93CA-492F-BE67AD833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BD0EF8FC-B48A-78A7-B4CD-E7EE49D9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 dirty="0"/>
              <a:t>Lanceur de balle de Squash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5CB12D-A001-E751-B546-05431A0B4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16" y="140077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782D34-5E56-DCE1-A333-A1DE2A90275E}"/>
              </a:ext>
            </a:extLst>
          </p:cNvPr>
          <p:cNvSpPr txBox="1"/>
          <p:nvPr/>
        </p:nvSpPr>
        <p:spPr>
          <a:xfrm>
            <a:off x="631596" y="738327"/>
            <a:ext cx="4807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+mj-lt"/>
              </a:rPr>
              <a:t>4. Acier (42CrMo4)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E319531-802D-A5D1-1924-C666DB66E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645545"/>
              </p:ext>
            </p:extLst>
          </p:nvPr>
        </p:nvGraphicFramePr>
        <p:xfrm>
          <a:off x="237414" y="1112520"/>
          <a:ext cx="4184286" cy="2783205"/>
        </p:xfrm>
        <a:graphic>
          <a:graphicData uri="http://schemas.openxmlformats.org/drawingml/2006/table">
            <a:tbl>
              <a:tblPr/>
              <a:tblGrid>
                <a:gridCol w="1071018">
                  <a:extLst>
                    <a:ext uri="{9D8B030D-6E8A-4147-A177-3AD203B41FA5}">
                      <a16:colId xmlns:a16="http://schemas.microsoft.com/office/drawing/2014/main" val="1651077517"/>
                    </a:ext>
                  </a:extLst>
                </a:gridCol>
                <a:gridCol w="3113268">
                  <a:extLst>
                    <a:ext uri="{9D8B030D-6E8A-4147-A177-3AD203B41FA5}">
                      <a16:colId xmlns:a16="http://schemas.microsoft.com/office/drawing/2014/main" val="19268006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Caractéristique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83765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mécanique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Très élevée après trempe et revenu (jusqu'à 1100 MPa), idéale pour fortes charges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64174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Résistance à la fatigue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Excellente pour les pièces tournantes ou soumises à des cycles répétés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94374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Usinabilité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Bonne avant traitement thermique, adaptée aux usinages de précision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9708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Traitement thermique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Facilement trempable à cœur, bonne dureté (~300 HB à 55 HRC possible)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9529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principale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Arbres de transmission, engrenages, pièces de sécurité, éléments soumis à couple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753289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9F0C10EB-3428-39E2-05D1-E2498D671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337" y="136949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73023F-92E7-D429-22C6-04FF3F7FFE06}"/>
              </a:ext>
            </a:extLst>
          </p:cNvPr>
          <p:cNvSpPr txBox="1"/>
          <p:nvPr/>
        </p:nvSpPr>
        <p:spPr>
          <a:xfrm>
            <a:off x="4996455" y="707053"/>
            <a:ext cx="49915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+mj-lt"/>
              </a:rPr>
              <a:t>5. Aluminium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2531BBE-F5F2-813F-C7BD-D0FCEBFDD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31892"/>
              </p:ext>
            </p:extLst>
          </p:nvPr>
        </p:nvGraphicFramePr>
        <p:xfrm>
          <a:off x="4509183" y="1107989"/>
          <a:ext cx="4560935" cy="2783206"/>
        </p:xfrm>
        <a:graphic>
          <a:graphicData uri="http://schemas.openxmlformats.org/drawingml/2006/table">
            <a:tbl>
              <a:tblPr/>
              <a:tblGrid>
                <a:gridCol w="1666788">
                  <a:extLst>
                    <a:ext uri="{9D8B030D-6E8A-4147-A177-3AD203B41FA5}">
                      <a16:colId xmlns:a16="http://schemas.microsoft.com/office/drawing/2014/main" val="2430774405"/>
                    </a:ext>
                  </a:extLst>
                </a:gridCol>
                <a:gridCol w="2894147">
                  <a:extLst>
                    <a:ext uri="{9D8B030D-6E8A-4147-A177-3AD203B41FA5}">
                      <a16:colId xmlns:a16="http://schemas.microsoft.com/office/drawing/2014/main" val="693850"/>
                    </a:ext>
                  </a:extLst>
                </a:gridCol>
              </a:tblGrid>
              <a:tr h="388337">
                <a:tc>
                  <a:txBody>
                    <a:bodyPr/>
                    <a:lstStyle/>
                    <a:p>
                      <a:pPr marL="228600" indent="-228600"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Caractéristique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758439"/>
                  </a:ext>
                </a:extLst>
              </a:tr>
              <a:tr h="548950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Usinabilité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Très bonne, même pour géométries complexes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020755"/>
                  </a:ext>
                </a:extLst>
              </a:tr>
              <a:tr h="548950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Rigidité / légèreté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Bon compromis pour ne pas alourdir la machine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874824"/>
                  </a:ext>
                </a:extLst>
              </a:tr>
              <a:tr h="748019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Tolérance dimensionnelle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Adapté aux pièces nécessitant une grande précision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311652"/>
                  </a:ext>
                </a:extLst>
              </a:tr>
              <a:tr h="548950"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principale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Structure de la machine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147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61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0CF4-61F9-ACED-1D17-850C435A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175113-F398-55DD-7BFC-826AFF27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Usinage des pièces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87F0CA-3291-364E-B248-02CBA4F53F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74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C77371D-1239-838B-CDD4-57C151E4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5" name="Image 4" descr="Une image contenant Polic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6FC7470C-680A-8672-DF30-7F4265D37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" y="986326"/>
            <a:ext cx="3909905" cy="272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6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D8D1-C8F0-1CD5-7C87-0736D40A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E8128F9-D410-75BA-1DDA-83ED1603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89" y="154691"/>
            <a:ext cx="4467225" cy="1072753"/>
          </a:xfrm>
        </p:spPr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8.1 Usinage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F28CC1-D4A7-E1A6-12EA-C675D3B6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0F3D8B-9313-A154-7F65-14655CAA2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9B963241-783B-6AF1-0825-2D209EFA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DA3F90-34E9-8988-0097-73980CAA5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3D322AA-B941-06DD-821C-EF9D022FE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75494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2F05DAF-34CA-2621-B867-56478134F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142170"/>
              </p:ext>
            </p:extLst>
          </p:nvPr>
        </p:nvGraphicFramePr>
        <p:xfrm>
          <a:off x="2096823" y="361495"/>
          <a:ext cx="5561238" cy="4661076"/>
        </p:xfrm>
        <a:graphic>
          <a:graphicData uri="http://schemas.openxmlformats.org/drawingml/2006/table">
            <a:tbl>
              <a:tblPr/>
              <a:tblGrid>
                <a:gridCol w="491810">
                  <a:extLst>
                    <a:ext uri="{9D8B030D-6E8A-4147-A177-3AD203B41FA5}">
                      <a16:colId xmlns:a16="http://schemas.microsoft.com/office/drawing/2014/main" val="1299254865"/>
                    </a:ext>
                  </a:extLst>
                </a:gridCol>
                <a:gridCol w="1059283">
                  <a:extLst>
                    <a:ext uri="{9D8B030D-6E8A-4147-A177-3AD203B41FA5}">
                      <a16:colId xmlns:a16="http://schemas.microsoft.com/office/drawing/2014/main" val="3496720352"/>
                    </a:ext>
                  </a:extLst>
                </a:gridCol>
                <a:gridCol w="4010145">
                  <a:extLst>
                    <a:ext uri="{9D8B030D-6E8A-4147-A177-3AD203B41FA5}">
                      <a16:colId xmlns:a16="http://schemas.microsoft.com/office/drawing/2014/main" val="1611914920"/>
                    </a:ext>
                  </a:extLst>
                </a:gridCol>
              </a:tblGrid>
              <a:tr h="321765">
                <a:tc rowSpan="5">
                  <a:txBody>
                    <a:bodyPr/>
                    <a:lstStyle/>
                    <a:p>
                      <a:pPr rtl="0" fontAlgn="t">
                        <a:buNone/>
                      </a:pP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Pièces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POM-H</a:t>
                      </a:r>
                      <a:endParaRPr lang="fr-FR" sz="1000" dirty="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des outils</a:t>
                      </a: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Utiliser des outils en carbure de tungstène spécialement conçus pour l’usinage des plastiques techniques.</a:t>
                      </a: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604888"/>
                  </a:ext>
                </a:extLst>
              </a:tr>
              <a:tr h="7478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coupe</a:t>
                      </a:r>
                      <a:endParaRPr lang="fr-FR" sz="1000" dirty="0">
                        <a:effectLst/>
                      </a:endParaRPr>
                    </a:p>
                    <a:p>
                      <a:pPr fontAlgn="t"/>
                      <a:br>
                        <a:rPr lang="fr-FR" sz="1000" dirty="0">
                          <a:effectLst/>
                        </a:rPr>
                      </a:br>
                      <a:endParaRPr lang="fr-FR" sz="1000" dirty="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Adopter une vitesse de coupe modérée afin d’éviter la fusion ou la déformation thermique du matériau 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2000 à 4000 tr/min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2000 à 3000 tr/min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1500 à 3000 tr/min</a:t>
                      </a: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44369"/>
                  </a:ext>
                </a:extLst>
              </a:tr>
              <a:tr h="7478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Avance</a:t>
                      </a: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Adapter l’avance pour éviter les échauffements excessifs et assurer une bonne qualité de surface : 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0.05 à 0.25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0.05 à 0.2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0.05 à 0.1 mm/tour</a:t>
                      </a:r>
                      <a:endParaRPr lang="fr-FR" sz="1000" dirty="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343963"/>
                  </a:ext>
                </a:extLst>
              </a:tr>
              <a:tr h="6058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Evacuation des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copeaux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POM produit des copeaux longs et fins susceptibles de s’enrouler autour de l’outil, perturbant l’usinage.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→ Recommandation : utiliser un système d’aspiration ou un dispositif d’éjection efficace pour éviter l’accumulation</a:t>
                      </a:r>
                      <a:endParaRPr lang="fr-FR" sz="100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073057"/>
                  </a:ext>
                </a:extLst>
              </a:tr>
              <a:tr h="20609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Lubrification et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refroidissement</a:t>
                      </a:r>
                      <a:endParaRPr lang="fr-FR" sz="1000" dirty="0">
                        <a:effectLst/>
                      </a:endParaRPr>
                    </a:p>
                    <a:p>
                      <a:pPr fontAlgn="t"/>
                      <a:br>
                        <a:rPr lang="fr-FR" sz="1000" dirty="0">
                          <a:effectLst/>
                        </a:rPr>
                      </a:br>
                      <a:endParaRPr lang="fr-FR" sz="1000" dirty="0">
                        <a:effectLst/>
                      </a:endParaRP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POM-H nécessite une lubrification soigneusement choisie pour éviter toute dégradation chimique ou gonflement du matériau        </a:t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Lubrifiants recommandés :                                      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Huiles de coupe légères à base d’huile minérale, sans additifs agressifs</a:t>
                      </a:r>
                      <a:b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Lubrifiants spécifiques pour plastiques disponibles chez les fournisseurs spécialisés</a:t>
                      </a:r>
                      <a:b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À éviter :                                                                                                 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Huiles contenant des solvants chlorés, des composés fortement alcalins, ou des esters qui peuvent attaquer le polymère                                                                          ● Une lubrification excessive, qui peut provoquer un gonflement ou des résidus collants en surface.</a:t>
                      </a:r>
                    </a:p>
                  </a:txBody>
                  <a:tcPr marL="20213" marR="20213" marT="20213" marB="20213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80019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527A3A5-13D0-280B-16C0-88A6E44B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83297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7DBBF9-302D-69B9-F1C7-9A48206BD4AD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6 </a:t>
            </a:r>
          </a:p>
        </p:txBody>
      </p:sp>
    </p:spTree>
    <p:extLst>
      <p:ext uri="{BB962C8B-B14F-4D97-AF65-F5344CB8AC3E}">
        <p14:creationId xmlns:p14="http://schemas.microsoft.com/office/powerpoint/2010/main" val="99648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C19D-CE49-D3B7-B768-5906CE5C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CB33071-3D93-A2BD-52EA-35CEDFA0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89" y="154691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8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.1 Usinage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CFFC82-1A42-62AA-9FB2-11426B7F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43C44D0-29D2-2857-8F1E-C19AC03AD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78630DC4-BC32-19D6-2AB9-37D8859C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474439-1DEF-EE74-ADF4-B5326F14B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2B7FDF8-DD34-DC76-134D-C315BCB50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75494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565FC0D-9C47-CD91-A5CE-2512CF21A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83297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0074E1E-F88A-BAF4-3EFA-CCA19416B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" y="1470340"/>
            <a:ext cx="12146951" cy="55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054E77D-7374-71B7-E7C1-261D2F374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05222"/>
              </p:ext>
            </p:extLst>
          </p:nvPr>
        </p:nvGraphicFramePr>
        <p:xfrm>
          <a:off x="2029269" y="454420"/>
          <a:ext cx="6011695" cy="4450320"/>
        </p:xfrm>
        <a:graphic>
          <a:graphicData uri="http://schemas.openxmlformats.org/drawingml/2006/table">
            <a:tbl>
              <a:tblPr/>
              <a:tblGrid>
                <a:gridCol w="531646">
                  <a:extLst>
                    <a:ext uri="{9D8B030D-6E8A-4147-A177-3AD203B41FA5}">
                      <a16:colId xmlns:a16="http://schemas.microsoft.com/office/drawing/2014/main" val="3085332562"/>
                    </a:ext>
                  </a:extLst>
                </a:gridCol>
                <a:gridCol w="1145086">
                  <a:extLst>
                    <a:ext uri="{9D8B030D-6E8A-4147-A177-3AD203B41FA5}">
                      <a16:colId xmlns:a16="http://schemas.microsoft.com/office/drawing/2014/main" val="1451454289"/>
                    </a:ext>
                  </a:extLst>
                </a:gridCol>
                <a:gridCol w="4334963">
                  <a:extLst>
                    <a:ext uri="{9D8B030D-6E8A-4147-A177-3AD203B41FA5}">
                      <a16:colId xmlns:a16="http://schemas.microsoft.com/office/drawing/2014/main" val="1858315871"/>
                    </a:ext>
                  </a:extLst>
                </a:gridCol>
              </a:tblGrid>
              <a:tr h="437706">
                <a:tc rowSpan="5">
                  <a:txBody>
                    <a:bodyPr/>
                    <a:lstStyle/>
                    <a:p>
                      <a:pPr rtl="0" fontAlgn="t">
                        <a:buNone/>
                      </a:pP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Pièces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PTFE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des outils</a:t>
                      </a: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Utiliser des outils en carbure de tungstène, en raison de l'abrasivité modérée du PTFE et de sa faible rigidité. Les outils en acier rapide (HSS) s’usent trop rapidement.</a:t>
                      </a: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94478"/>
                  </a:ext>
                </a:extLst>
              </a:tr>
              <a:tr h="109926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coupe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PTFE a une faible conductivité thermique, ce qui favorise la surchauffe locale. Il est donc impératif de limiter la vitesse de coupe pour éviter la fusion du matériau.</a:t>
                      </a:r>
                      <a:br>
                        <a:rPr lang="fr-FR" sz="1000" dirty="0">
                          <a:effectLst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1000 à 3000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500 à 2000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100 à 300 tr/min</a:t>
                      </a:r>
                      <a:endParaRPr lang="fr-FR" sz="1000" dirty="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64815"/>
                  </a:ext>
                </a:extLst>
              </a:tr>
              <a:tr h="85603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Avance</a:t>
                      </a: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 avances doivent rester modérées afin d’éviter les déformations du matériau et d’assurer une bonne évacuation des copeaux.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0.05 à 0.2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0.05 à 0.15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0.05 à 0.15 mm/tour</a:t>
                      </a:r>
                      <a:endParaRPr lang="fr-FR" sz="1000" dirty="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258390"/>
                  </a:ext>
                </a:extLst>
              </a:tr>
              <a:tr h="6949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Evacuation des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copeaux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PTFE génère des copeaux longs, fins et continus, susceptibles de s’enrouler autour de l’outil, ce qui peut perturber l’usinage et provoquer une surchauffe locale.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→ Il est recommandé d’utiliser un système d’aspiration des copeaux ou un dispositif d’éjection pneumatique pour assurer une zone de coupe dégagée.</a:t>
                      </a: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56998"/>
                  </a:ext>
                </a:extLst>
              </a:tr>
              <a:tr h="93634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Lubrification et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refroidissement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PTFE étant autolubrifiant, l’utilisation de liquide de coupe n’est généralement pas nécessaire. Toutefois, en cas d’échauffement excessif :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Utiliser un air comprimé sec ou un brouillard d’huile neutre (sans solvants ni additifs corrosifs) pour éviter l’accumulation de chaleur.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Éviter l’eau ou les lubrifiants aqueux pouvant entraîner un gonflement du polymère.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Ne pas utiliser de lubrifiants chlorés, incompatibles avec le PTFE.</a:t>
                      </a:r>
                      <a:endParaRPr lang="fr-FR" sz="1000" dirty="0">
                        <a:effectLst/>
                      </a:endParaRPr>
                    </a:p>
                  </a:txBody>
                  <a:tcPr marL="34837" marR="34837" marT="34837" marB="34837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81946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88A01690-D57A-2583-D92D-9D31CC052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" y="1420856"/>
            <a:ext cx="11986564" cy="60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E33B126-974D-730D-6270-9660F8A1C799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6 </a:t>
            </a:r>
          </a:p>
        </p:txBody>
      </p:sp>
    </p:spTree>
    <p:extLst>
      <p:ext uri="{BB962C8B-B14F-4D97-AF65-F5344CB8AC3E}">
        <p14:creationId xmlns:p14="http://schemas.microsoft.com/office/powerpoint/2010/main" val="392422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DD04-31FC-C2BB-2338-232D1546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516E364-9756-F999-F3DC-05D1B224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89" y="154691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8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.1 Usinage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D1755A-E3C3-27D2-EF89-C6A149CC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77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5339E4B-2275-29A8-B267-CEC5896D9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3A105D1E-95B6-CDDD-2849-7B519733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54A163-D15A-A34F-7552-E28FC8502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CA8EDF-53DD-5088-879A-413C0D34A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75494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0DD2E-B8DD-E743-7711-9B3FD0E7E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83297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2F4A61A-68B5-24D1-7508-F97318FFA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" y="1470340"/>
            <a:ext cx="12146951" cy="55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5546E4E-394C-D130-5DF3-F2D52B31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8140" y="1420856"/>
            <a:ext cx="12434103" cy="60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0CD52C34-6E97-B593-094B-F46566825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156708"/>
              </p:ext>
            </p:extLst>
          </p:nvPr>
        </p:nvGraphicFramePr>
        <p:xfrm>
          <a:off x="2023821" y="549911"/>
          <a:ext cx="4941055" cy="4354829"/>
        </p:xfrm>
        <a:graphic>
          <a:graphicData uri="http://schemas.openxmlformats.org/drawingml/2006/table">
            <a:tbl>
              <a:tblPr/>
              <a:tblGrid>
                <a:gridCol w="436964">
                  <a:extLst>
                    <a:ext uri="{9D8B030D-6E8A-4147-A177-3AD203B41FA5}">
                      <a16:colId xmlns:a16="http://schemas.microsoft.com/office/drawing/2014/main" val="2354316768"/>
                    </a:ext>
                  </a:extLst>
                </a:gridCol>
                <a:gridCol w="941153">
                  <a:extLst>
                    <a:ext uri="{9D8B030D-6E8A-4147-A177-3AD203B41FA5}">
                      <a16:colId xmlns:a16="http://schemas.microsoft.com/office/drawing/2014/main" val="1681376193"/>
                    </a:ext>
                  </a:extLst>
                </a:gridCol>
                <a:gridCol w="3562938">
                  <a:extLst>
                    <a:ext uri="{9D8B030D-6E8A-4147-A177-3AD203B41FA5}">
                      <a16:colId xmlns:a16="http://schemas.microsoft.com/office/drawing/2014/main" val="2934948649"/>
                    </a:ext>
                  </a:extLst>
                </a:gridCol>
              </a:tblGrid>
              <a:tr h="505247">
                <a:tc rowSpan="5">
                  <a:txBody>
                    <a:bodyPr/>
                    <a:lstStyle/>
                    <a:p>
                      <a:pPr rtl="0" fontAlgn="t">
                        <a:buNone/>
                      </a:pP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br>
                        <a:rPr lang="fr-FR" sz="1000">
                          <a:effectLst/>
                        </a:rPr>
                      </a:b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Pièces en PE-UHMW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des outils</a:t>
                      </a: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Utiliser des outils en carbure de tungstène. .</a:t>
                      </a:r>
                      <a:endParaRPr lang="fr-FR" sz="1000" dirty="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10910"/>
                  </a:ext>
                </a:extLst>
              </a:tr>
              <a:tr h="89553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coupe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PE-UHMW supporte des vitesses de coupe élevées, mais il fond facilement à cause de sa faible conductivité thermique.</a:t>
                      </a:r>
                      <a:br>
                        <a:rPr lang="fr-FR" sz="1000" dirty="0">
                          <a:effectLst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1000 à 4000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800 à 2500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300 à 1000 tr/min</a:t>
                      </a:r>
                      <a:endParaRPr lang="fr-FR" sz="1000" dirty="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314931"/>
                  </a:ext>
                </a:extLst>
              </a:tr>
              <a:tr h="70650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Avance</a:t>
                      </a: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 avances doivent rester modérées mais continues, afin d’éviter les échauffements locaux et le gommage. </a:t>
                      </a:r>
                      <a:br>
                        <a:rPr lang="fr-FR" sz="1000" dirty="0">
                          <a:effectLst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fraisage: 0.1 à 0.3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tournage: 0.1 à 0.25 mm/tour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perçage: 0.1 à 0.3 mm/tour</a:t>
                      </a:r>
                      <a:endParaRPr lang="fr-FR" sz="1000" dirty="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69205"/>
                  </a:ext>
                </a:extLst>
              </a:tr>
              <a:tr h="6127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Evacuation des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copeaux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PE-UHMW produit des copeaux longs et souples, peu cassants. Il faut éviter qu’ils s’enroulent autour de l’outil.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→ Il est recommandé d’utiliser un système d’aspiration des copeaux ou un dispositif d’éjection pneumatique pour assurer une zone de coupe dégagée.</a:t>
                      </a:r>
                      <a:endParaRPr lang="fr-FR" sz="100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812517"/>
                  </a:ext>
                </a:extLst>
              </a:tr>
              <a:tr h="912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Lubrification et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refroidissement</a:t>
                      </a:r>
                      <a:endParaRPr lang="fr-FR" sz="1000" dirty="0">
                        <a:effectLst/>
                      </a:endParaRPr>
                    </a:p>
                    <a:p>
                      <a:pPr fontAlgn="t"/>
                      <a:br>
                        <a:rPr lang="fr-FR" sz="1000" dirty="0">
                          <a:effectLst/>
                        </a:rPr>
                      </a:br>
                      <a:endParaRPr lang="fr-FR" sz="1000" dirty="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 PE-UHMW est autolubrifiant, donc aucun liquide de coupe n’est nécessaire. En cas d’échauffement excessif :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Utiliser un air comprimé sec ou un brouillard d’huile neutre (sans solvant ni additifs corrosifs) pour éviter l’accumulation de chaleur.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Éviter l’eau ou les lubrifiants aqueux pouvant entraîner un gonflement du polymère.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Ne pas utiliser de lubrifiants chlorés.</a:t>
                      </a:r>
                      <a:endParaRPr lang="fr-FR" sz="1000" dirty="0">
                        <a:effectLst/>
                      </a:endParaRPr>
                    </a:p>
                  </a:txBody>
                  <a:tcPr marL="35141" marR="35141" marT="35141" marB="3514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437431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45A1A6A6-2010-FB9F-D840-E7E1257EB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985" y="1441511"/>
            <a:ext cx="11661860" cy="57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3A4037-BF7F-B0BE-1E6D-D7BBEF01949E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6 </a:t>
            </a:r>
          </a:p>
        </p:txBody>
      </p:sp>
    </p:spTree>
    <p:extLst>
      <p:ext uri="{BB962C8B-B14F-4D97-AF65-F5344CB8AC3E}">
        <p14:creationId xmlns:p14="http://schemas.microsoft.com/office/powerpoint/2010/main" val="51433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6C5D-2826-E7D8-F408-1E75780B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ACD7179-DB4A-3068-A5D8-F5ECC3A6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89" y="154691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8.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1 Usinage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E9D94A-88DE-C24B-5B3E-BD41070E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78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93E9838-BA4F-3383-01B9-EE089BEEB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12184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369AD3D-A890-22E1-6421-7F7E2378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53F8B1-C6CA-A65F-B632-5F0BDD2D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5CC4586-74BB-C851-2D70-FA7EC1D9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75494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C050E4-9233-225C-CD52-55F43B922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83297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FC987D5-9711-7B6A-66FB-69C3ACE30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" y="1470340"/>
            <a:ext cx="12146951" cy="55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5C732C6-9068-99E3-FC0C-62AF4B53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8140" y="1420856"/>
            <a:ext cx="12434103" cy="60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A2DAE56-CFA2-8D08-47F6-83F671ACB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985" y="1441511"/>
            <a:ext cx="11661860" cy="57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7BE4D5F-DF68-BC52-BA52-FFFD3A0B1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10270"/>
              </p:ext>
            </p:extLst>
          </p:nvPr>
        </p:nvGraphicFramePr>
        <p:xfrm>
          <a:off x="1945958" y="658813"/>
          <a:ext cx="5426832" cy="4303693"/>
        </p:xfrm>
        <a:graphic>
          <a:graphicData uri="http://schemas.openxmlformats.org/drawingml/2006/table">
            <a:tbl>
              <a:tblPr/>
              <a:tblGrid>
                <a:gridCol w="642360">
                  <a:extLst>
                    <a:ext uri="{9D8B030D-6E8A-4147-A177-3AD203B41FA5}">
                      <a16:colId xmlns:a16="http://schemas.microsoft.com/office/drawing/2014/main" val="1257409348"/>
                    </a:ext>
                  </a:extLst>
                </a:gridCol>
                <a:gridCol w="871247">
                  <a:extLst>
                    <a:ext uri="{9D8B030D-6E8A-4147-A177-3AD203B41FA5}">
                      <a16:colId xmlns:a16="http://schemas.microsoft.com/office/drawing/2014/main" val="4162320670"/>
                    </a:ext>
                  </a:extLst>
                </a:gridCol>
                <a:gridCol w="3913225">
                  <a:extLst>
                    <a:ext uri="{9D8B030D-6E8A-4147-A177-3AD203B41FA5}">
                      <a16:colId xmlns:a16="http://schemas.microsoft.com/office/drawing/2014/main" val="248933691"/>
                    </a:ext>
                  </a:extLst>
                </a:gridCol>
              </a:tblGrid>
              <a:tr h="586205">
                <a:tc rowSpan="5">
                  <a:txBody>
                    <a:bodyPr/>
                    <a:lstStyle/>
                    <a:p>
                      <a:pPr rtl="0" fontAlgn="t">
                        <a:buNone/>
                      </a:pP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br>
                        <a:rPr lang="fr-FR" sz="1000" dirty="0">
                          <a:effectLst/>
                        </a:rPr>
                      </a:b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Pièces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Aluminium</a:t>
                      </a:r>
                      <a:endParaRPr lang="fr-FR" sz="1000" dirty="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Choix des outils</a:t>
                      </a: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Utiliser des outils en carbure de tungstène ou en HSS revêtu (TiAlN, TiCN) pour une meilleure résistance à l’usure et à l’adhérence.</a:t>
                      </a: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30414"/>
                  </a:ext>
                </a:extLst>
              </a:tr>
              <a:tr h="73384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coupe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L’aluminium est un matériau ductile avec une excellente usinabilité. Il permet des vitesses de coupe élevées.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 : 3000 à 12000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 : 1000 à 5000 tr/min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 : 1000 à 4000 tr/min</a:t>
                      </a:r>
                      <a:endParaRPr lang="fr-FR" sz="1000" dirty="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290485"/>
                  </a:ext>
                </a:extLst>
              </a:tr>
              <a:tr h="60617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Avance</a:t>
                      </a: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Ajuster l’avance en fonction de la rigidité de l’outil et du type d’usinage.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Fraisage : 0,05 à 0,3 mm/dent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Tournage : 0,05 à 0,4 mm/tour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Perçage : 0,05 à 0,3 mm/tour</a:t>
                      </a: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688177"/>
                  </a:ext>
                </a:extLst>
              </a:tr>
              <a:tr h="67001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Evacuation des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copeaux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L’aluminium génère des copeaux courts à moyens. Cependant, le collage peut entraîner des bourrages.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→ Prévoir une évacuation mécanique ou par air comprimé. Utiliser un outil à brise-copeaux si nécessaire.</a:t>
                      </a: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300832"/>
                  </a:ext>
                </a:extLst>
              </a:tr>
              <a:tr h="98919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Lubrification et</a:t>
                      </a:r>
                      <a:endParaRPr lang="fr-FR" sz="100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refroidissement</a:t>
                      </a:r>
                      <a:endParaRPr lang="fr-FR" sz="1000">
                        <a:effectLst/>
                      </a:endParaRPr>
                    </a:p>
                    <a:p>
                      <a:pPr fontAlgn="t"/>
                      <a:br>
                        <a:rPr lang="fr-FR" sz="1000">
                          <a:effectLst/>
                        </a:rPr>
                      </a:br>
                      <a:endParaRPr lang="fr-FR" sz="100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Recommandée pour éviter l'adhérence de l'aluminium à l’outil et pour prolonger la durée de vie de celui-ci.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Options :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Émulsion à base d’eau avec agents lubrifiants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 Huiles de coupe semi-synthétiques</a:t>
                      </a:r>
                      <a:endParaRPr lang="fr-FR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●  En usinage à sec : air comprimé ou brouillard d’huile pour les opérations à grande vitesse</a:t>
                      </a:r>
                      <a:endParaRPr lang="fr-FR" sz="1000" dirty="0">
                        <a:effectLst/>
                      </a:endParaRPr>
                    </a:p>
                  </a:txBody>
                  <a:tcPr marL="45586" marR="45586" marT="45586" marB="4558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06699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35A3521A-F76D-E10A-D561-C116E0260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372" y="685531"/>
            <a:ext cx="9549918" cy="47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4ED4C6D-EF94-6D34-0781-4B7651F37BA8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6 </a:t>
            </a:r>
          </a:p>
        </p:txBody>
      </p:sp>
    </p:spTree>
    <p:extLst>
      <p:ext uri="{BB962C8B-B14F-4D97-AF65-F5344CB8AC3E}">
        <p14:creationId xmlns:p14="http://schemas.microsoft.com/office/powerpoint/2010/main" val="411934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97B4-CE23-C210-B8E9-60B6BD53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BF37622-70A7-240A-5E18-4C86E8636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89" y="154691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8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.1 Usinage des Matériaux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64D22D-654B-1065-9990-AF578348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7EAF58-A892-B795-864F-13CF9F26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17" y="125230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83F42450-4271-F359-77C1-BFC58123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835A4E-C624-7CC2-E731-92B7E631F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CB0C499-0934-FACF-2DF5-DCF1F832D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75494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5E4A76-F45D-98AE-04DB-DEE1256F2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658813"/>
            <a:ext cx="183297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6505D9-4447-49F9-E84D-DF2CB6E1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" y="1470340"/>
            <a:ext cx="12146951" cy="55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85396F4-59DF-79F8-41D3-5A489C6D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8140" y="1420856"/>
            <a:ext cx="12434103" cy="60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DC4B319-ACB9-9E88-4E18-FFBAE633C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985" y="1441511"/>
            <a:ext cx="11661860" cy="57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ED5C025-95FA-0D7F-7BAB-291003A87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372" y="685531"/>
            <a:ext cx="9549918" cy="47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62FC781-5C79-922A-F8EB-1C34C9398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FF2B79D-8CA5-04E1-ECDD-54FE770A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2B949FF-9E59-C79E-1B6B-0D11F5E5E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810" y="609600"/>
            <a:ext cx="5821667" cy="450601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55A5D14-5B85-0244-0D44-19E956117134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6 </a:t>
            </a:r>
          </a:p>
        </p:txBody>
      </p:sp>
    </p:spTree>
    <p:extLst>
      <p:ext uri="{BB962C8B-B14F-4D97-AF65-F5344CB8AC3E}">
        <p14:creationId xmlns:p14="http://schemas.microsoft.com/office/powerpoint/2010/main" val="382296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765B-381B-84F4-9354-F34047F0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56994A1-27C5-6B93-4A22-EF8CC68B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39"/>
            <a:ext cx="4467225" cy="1072753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8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Rugosité</a:t>
            </a:r>
            <a:endParaRPr lang="fr-FR" dirty="0">
              <a:latin typeface="+mj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A22679-701E-677C-A826-1EFEE428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DB9375D-E970-73A8-412F-087309F3B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899C80BC-2E28-848E-BD80-9C348FF0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3DBE19-A81D-51AD-FF4D-3BB62807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CF7FEA4D-E8FB-502D-F6B0-4D3237265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73" y="872331"/>
            <a:ext cx="8181146" cy="235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02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D89A-88F9-49D7-F4C0-7A1FEE75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ECE450E-AE97-EC8D-F235-E38EB2C0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04" y="591594"/>
            <a:ext cx="4467225" cy="1072753"/>
          </a:xfrm>
        </p:spPr>
        <p:txBody>
          <a:bodyPr/>
          <a:lstStyle/>
          <a:p>
            <a:r>
              <a:rPr lang="fr-FR" dirty="0"/>
              <a:t>Coulissement guidé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4C96C5-F755-5F97-5462-5A0DBE52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A22879-CFA3-7859-EB12-98107906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BFF1AAD8-8767-05D6-9A39-9A86F9BE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B21EE8-EFF9-4673-5A80-259EC915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8001A-3FF7-B931-FF7B-43174DA81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D6DE747-7D89-0F66-E0AC-7F380745F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65554"/>
              </p:ext>
            </p:extLst>
          </p:nvPr>
        </p:nvGraphicFramePr>
        <p:xfrm>
          <a:off x="1018746" y="1196426"/>
          <a:ext cx="5762625" cy="1920240"/>
        </p:xfrm>
        <a:graphic>
          <a:graphicData uri="http://schemas.openxmlformats.org/drawingml/2006/table">
            <a:tbl>
              <a:tblPr/>
              <a:tblGrid>
                <a:gridCol w="2562225">
                  <a:extLst>
                    <a:ext uri="{9D8B030D-6E8A-4147-A177-3AD203B41FA5}">
                      <a16:colId xmlns:a16="http://schemas.microsoft.com/office/drawing/2014/main" val="912610927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3467287444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72693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Fonction du contact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Rugosité Ra recommandée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Procédé typique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13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Glissement modéré (non critique)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– 3.2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Fraisage de précision, alésage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82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Glissement fluide régulier (guidage)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 – 1.6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Alésage, meulage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41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Glissement très fluide (ajustement de précision)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 – 0.8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Rectification, polissage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365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Glissement avec étanchéité (hydraulique/pneumatique)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0.4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Rodage, superfinition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4697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94F3402-3AB8-10D8-A084-1D3ED2514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81" y="117553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A337BC5D-B97F-2A47-008F-D5E647A2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255399"/>
              </p:ext>
            </p:extLst>
          </p:nvPr>
        </p:nvGraphicFramePr>
        <p:xfrm>
          <a:off x="1018746" y="3372617"/>
          <a:ext cx="5819775" cy="118872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549890608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76826905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695121694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565209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Élément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Rugosité cible Ra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rugosité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Procédé recommandé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22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mobile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 – 1.6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N6 - N7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Fraisage soigné, ou rectifié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82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Tunnel (guide)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– 3.2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N7 - N8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Usinage classique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31537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8839E3BE-06D7-C82B-2604-F6FD7B056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11" y="337261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71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7B57-41A6-F679-DA5B-2E46105E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5451071-5330-3A9A-179F-54477D74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97" y="303392"/>
            <a:ext cx="4467225" cy="1072753"/>
          </a:xfrm>
        </p:spPr>
        <p:txBody>
          <a:bodyPr/>
          <a:lstStyle/>
          <a:p>
            <a:r>
              <a:rPr lang="fr-FR" dirty="0"/>
              <a:t>Arbres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2060D8-03BE-6A92-07A4-DAD07618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8C7B9E3-C5CE-7F5C-7423-8F776FC5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28AC902-03F4-0BBD-517C-7B76361B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406D2-1C34-9DDB-B5C9-6014BBA73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81934A-0B35-B696-47A7-3392C5A09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BEE67B7-4433-DF5A-4A01-01148AF0E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14063EA0-14B7-D98A-F553-A3E418ADF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482083"/>
              </p:ext>
            </p:extLst>
          </p:nvPr>
        </p:nvGraphicFramePr>
        <p:xfrm>
          <a:off x="628551" y="730308"/>
          <a:ext cx="3875630" cy="2908300"/>
        </p:xfrm>
        <a:graphic>
          <a:graphicData uri="http://schemas.openxmlformats.org/drawingml/2006/table">
            <a:tbl>
              <a:tblPr/>
              <a:tblGrid>
                <a:gridCol w="1022955">
                  <a:extLst>
                    <a:ext uri="{9D8B030D-6E8A-4147-A177-3AD203B41FA5}">
                      <a16:colId xmlns:a16="http://schemas.microsoft.com/office/drawing/2014/main" val="2926885307"/>
                    </a:ext>
                  </a:extLst>
                </a:gridCol>
                <a:gridCol w="843675">
                  <a:extLst>
                    <a:ext uri="{9D8B030D-6E8A-4147-A177-3AD203B41FA5}">
                      <a16:colId xmlns:a16="http://schemas.microsoft.com/office/drawing/2014/main" val="2905392738"/>
                    </a:ext>
                  </a:extLst>
                </a:gridCol>
                <a:gridCol w="843675">
                  <a:extLst>
                    <a:ext uri="{9D8B030D-6E8A-4147-A177-3AD203B41FA5}">
                      <a16:colId xmlns:a16="http://schemas.microsoft.com/office/drawing/2014/main" val="2635891371"/>
                    </a:ext>
                  </a:extLst>
                </a:gridCol>
                <a:gridCol w="1165325">
                  <a:extLst>
                    <a:ext uri="{9D8B030D-6E8A-4147-A177-3AD203B41FA5}">
                      <a16:colId xmlns:a16="http://schemas.microsoft.com/office/drawing/2014/main" val="1387894606"/>
                    </a:ext>
                  </a:extLst>
                </a:gridCol>
              </a:tblGrid>
              <a:tr h="40024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Rugosité Ra 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br>
                        <a:rPr lang="fr-FR">
                          <a:effectLst/>
                        </a:rPr>
                      </a:b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rugosité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Remarques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635615"/>
                  </a:ext>
                </a:extLst>
              </a:tr>
              <a:tr h="49193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Portée de roulement standard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 – 0.8 µm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N4-N5-N6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Convient à la plupart des usages industriels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068301"/>
                  </a:ext>
                </a:extLst>
              </a:tr>
              <a:tr h="387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Portée haute précision / longue durée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 0.4 µm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N4-N3-N2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Pour applications exigeantes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32079"/>
                  </a:ext>
                </a:extLst>
              </a:tr>
              <a:tr h="387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Trop rugueux (Ra &gt; 1.6 µm)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fr-FR">
                          <a:effectLst/>
                        </a:rPr>
                      </a:b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 glissement, usure accélérée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15253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31BA3774-FD28-9B96-D2F0-68EE95B62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94" y="11088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0796A9C2-294C-E20C-8969-3D01EFD28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699010"/>
              </p:ext>
            </p:extLst>
          </p:nvPr>
        </p:nvGraphicFramePr>
        <p:xfrm>
          <a:off x="628551" y="3784043"/>
          <a:ext cx="3875630" cy="1152525"/>
        </p:xfrm>
        <a:graphic>
          <a:graphicData uri="http://schemas.openxmlformats.org/drawingml/2006/table">
            <a:tbl>
              <a:tblPr/>
              <a:tblGrid>
                <a:gridCol w="1405328">
                  <a:extLst>
                    <a:ext uri="{9D8B030D-6E8A-4147-A177-3AD203B41FA5}">
                      <a16:colId xmlns:a16="http://schemas.microsoft.com/office/drawing/2014/main" val="1800385029"/>
                    </a:ext>
                  </a:extLst>
                </a:gridCol>
                <a:gridCol w="2470302">
                  <a:extLst>
                    <a:ext uri="{9D8B030D-6E8A-4147-A177-3AD203B41FA5}">
                      <a16:colId xmlns:a16="http://schemas.microsoft.com/office/drawing/2014/main" val="2199077250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Composant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Tolérance ISO typique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2675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Arbre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h6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5379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Alésage roulement</a:t>
                      </a:r>
                      <a:endParaRPr lang="fr-FR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H7 (standard défini par le roulement)</a:t>
                      </a:r>
                      <a:endParaRPr lang="fr-FR" dirty="0">
                        <a:effectLst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582828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453F324B-C445-59DD-DA7E-CACEC7E88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169" y="33725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Titre 2">
            <a:extLst>
              <a:ext uri="{FF2B5EF4-FFF2-40B4-BE49-F238E27FC236}">
                <a16:creationId xmlns:a16="http://schemas.microsoft.com/office/drawing/2014/main" id="{3EE0049B-BE0A-AF17-78FC-6CA6499D9C50}"/>
              </a:ext>
            </a:extLst>
          </p:cNvPr>
          <p:cNvSpPr txBox="1">
            <a:spLocks/>
          </p:cNvSpPr>
          <p:nvPr/>
        </p:nvSpPr>
        <p:spPr>
          <a:xfrm>
            <a:off x="4963456" y="419028"/>
            <a:ext cx="44672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Engrenages </a:t>
            </a:r>
            <a:endParaRPr lang="fr-FR" dirty="0"/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1DEBDE05-6988-05FF-1190-94716825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74285"/>
              </p:ext>
            </p:extLst>
          </p:nvPr>
        </p:nvGraphicFramePr>
        <p:xfrm>
          <a:off x="4664062" y="980278"/>
          <a:ext cx="4257675" cy="109728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4189177974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75717253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775844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Qualité (DIN)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Jeu typique / précision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Rugosité Ra (approx.)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02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 7–9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(usage courant)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 1.6 – 3.2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25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 5–6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Haute précision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 0.8 – 1.6 µm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022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 3–4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Ultra précision (robotique)</a:t>
                      </a:r>
                      <a:endParaRPr lang="fr-FR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0.8 µm</a:t>
                      </a:r>
                      <a:endParaRPr lang="fr-FR" dirty="0">
                        <a:effectLst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68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79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237DD-2A0E-29F8-DB60-14EA605B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0D5D3-BCF9-D82A-E493-D2F0CAE3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Procédures d’assemblage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1926B2-5A7A-9484-D9EE-75F0B3A37B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83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86FC237-6CC7-1579-6AC0-1D25EE4DC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18434" name="Picture 2" descr="Image générée">
            <a:extLst>
              <a:ext uri="{FF2B5EF4-FFF2-40B4-BE49-F238E27FC236}">
                <a16:creationId xmlns:a16="http://schemas.microsoft.com/office/drawing/2014/main" id="{68085122-DE37-334D-A8F1-956A9BE40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" y="634193"/>
            <a:ext cx="3875113" cy="387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74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8DBC-DBE8-0200-7328-A933AE61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F2EDCB-12B0-E899-4B0C-FA801C60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087CC2-2CB3-BF7B-6B25-AAA953D2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FEB764F-E761-58C0-EFEA-7ED2365F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D5F4F9-83D2-0D0D-DC02-E892A293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9ED471-F119-9062-CEE5-5D761CC0F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CA84A8D-8621-0D10-21A6-87AAA6BE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E576075-26B9-A481-48AE-0B7E38D78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4C7D702-C010-3BFD-E208-A16FAF148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1C78A16-2634-F42C-5F91-023F03D64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91" y="9739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Titre 2">
            <a:extLst>
              <a:ext uri="{FF2B5EF4-FFF2-40B4-BE49-F238E27FC236}">
                <a16:creationId xmlns:a16="http://schemas.microsoft.com/office/drawing/2014/main" id="{24E7CFE5-72EA-58B3-8D5F-FC5A80033DF2}"/>
              </a:ext>
            </a:extLst>
          </p:cNvPr>
          <p:cNvSpPr txBox="1">
            <a:spLocks/>
          </p:cNvSpPr>
          <p:nvPr/>
        </p:nvSpPr>
        <p:spPr>
          <a:xfrm>
            <a:off x="904875" y="277040"/>
            <a:ext cx="4467225" cy="454366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9.1 Tableau d’ajustement</a:t>
            </a:r>
            <a:endParaRPr lang="fr-FR" sz="1800" dirty="0">
              <a:latin typeface="+mj-lt"/>
            </a:endParaRPr>
          </a:p>
        </p:txBody>
      </p:sp>
      <p:pic>
        <p:nvPicPr>
          <p:cNvPr id="15" name="Image 14" descr="Une image contenant texte, capture d’écran, reçu, document&#10;&#10;Le contenu généré par l’IA peut être incorrect.">
            <a:extLst>
              <a:ext uri="{FF2B5EF4-FFF2-40B4-BE49-F238E27FC236}">
                <a16:creationId xmlns:a16="http://schemas.microsoft.com/office/drawing/2014/main" id="{F1835CE3-E585-C6F5-5587-907B82BA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87" y="504223"/>
            <a:ext cx="3313515" cy="4514344"/>
          </a:xfrm>
          <a:prstGeom prst="rect">
            <a:avLst/>
          </a:prstGeom>
        </p:spPr>
      </p:pic>
      <p:pic>
        <p:nvPicPr>
          <p:cNvPr id="17" name="Image 1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C1FE063-4696-3FC8-B177-8606F672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678" y="893353"/>
            <a:ext cx="4758120" cy="360519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039DC69-DCAB-3D1B-875A-EC66A00FA89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7.2 </a:t>
            </a:r>
          </a:p>
        </p:txBody>
      </p:sp>
    </p:spTree>
    <p:extLst>
      <p:ext uri="{BB962C8B-B14F-4D97-AF65-F5344CB8AC3E}">
        <p14:creationId xmlns:p14="http://schemas.microsoft.com/office/powerpoint/2010/main" val="412773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EF27-55FA-0441-5EFD-146A6C35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85426F-A984-EB56-C504-18A1835D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85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1620BF0-2652-9876-C73C-64347CBC8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E7CDFA0-9AB9-7BE6-A246-0AAE990852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784" y="2725363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20A725-4283-101B-704E-FFDEAE502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B8829F-5E11-22CB-87BC-8612D278A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A750C47-A8FC-851E-364F-9ACC7BB2F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00F4EBF-6B83-BD1E-D278-B024963C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CB6C90-8864-BD76-E92D-70F65E1D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7047F6C-0901-AA4D-0909-1825A979A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91" y="9739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6" name="Image 15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7297BAAC-A183-1967-90C2-F1651A2E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97" y="658514"/>
            <a:ext cx="2352753" cy="1954303"/>
          </a:xfrm>
          <a:prstGeom prst="rect">
            <a:avLst/>
          </a:prstGeom>
        </p:spPr>
      </p:pic>
      <p:pic>
        <p:nvPicPr>
          <p:cNvPr id="21" name="Image 20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A3EFA682-A251-5362-F7C3-382458F35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913" y="698738"/>
            <a:ext cx="2143102" cy="1873012"/>
          </a:xfrm>
          <a:prstGeom prst="rect">
            <a:avLst/>
          </a:prstGeom>
        </p:spPr>
      </p:pic>
      <p:pic>
        <p:nvPicPr>
          <p:cNvPr id="23" name="Image 22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CC84C01A-7792-C11A-33E3-2AE0B940F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725" y="693011"/>
            <a:ext cx="2475018" cy="1884465"/>
          </a:xfrm>
          <a:prstGeom prst="rect">
            <a:avLst/>
          </a:prstGeom>
        </p:spPr>
      </p:pic>
      <p:pic>
        <p:nvPicPr>
          <p:cNvPr id="25" name="Image 24" descr="Une image contenant texte, diagramme, capture d’écran, croquis&#10;&#10;Le contenu généré par l’IA peut être incorrect.">
            <a:extLst>
              <a:ext uri="{FF2B5EF4-FFF2-40B4-BE49-F238E27FC236}">
                <a16:creationId xmlns:a16="http://schemas.microsoft.com/office/drawing/2014/main" id="{F54AFCF2-13DD-45F4-6F47-55B0B3CC7C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0059"/>
          <a:stretch>
            <a:fillRect/>
          </a:stretch>
        </p:blipFill>
        <p:spPr>
          <a:xfrm>
            <a:off x="222264" y="2961380"/>
            <a:ext cx="2139558" cy="1777950"/>
          </a:xfrm>
          <a:prstGeom prst="rect">
            <a:avLst/>
          </a:prstGeom>
        </p:spPr>
      </p:pic>
      <p:pic>
        <p:nvPicPr>
          <p:cNvPr id="27" name="Image 26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C14EE22-E269-0876-27D7-05751A4618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0153" y="2961380"/>
            <a:ext cx="1972170" cy="1572969"/>
          </a:xfrm>
          <a:prstGeom prst="rect">
            <a:avLst/>
          </a:prstGeom>
        </p:spPr>
      </p:pic>
      <p:pic>
        <p:nvPicPr>
          <p:cNvPr id="31" name="Image 30" descr="Une image contenant texte, diagramme, croquis, ligne&#10;&#10;Le contenu généré par l’IA peut être incorrect.">
            <a:extLst>
              <a:ext uri="{FF2B5EF4-FFF2-40B4-BE49-F238E27FC236}">
                <a16:creationId xmlns:a16="http://schemas.microsoft.com/office/drawing/2014/main" id="{4887C142-97E6-755A-22D9-463D1CE76B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0070" y="2971368"/>
            <a:ext cx="1860281" cy="1638082"/>
          </a:xfrm>
          <a:prstGeom prst="rect">
            <a:avLst/>
          </a:prstGeom>
        </p:spPr>
      </p:pic>
      <p:sp>
        <p:nvSpPr>
          <p:cNvPr id="32" name="Titre 2">
            <a:extLst>
              <a:ext uri="{FF2B5EF4-FFF2-40B4-BE49-F238E27FC236}">
                <a16:creationId xmlns:a16="http://schemas.microsoft.com/office/drawing/2014/main" id="{C06807D8-8924-12FF-7BE4-AF87A583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54366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9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Notice de Montage</a:t>
            </a:r>
            <a:endParaRPr lang="fr-FR" dirty="0">
              <a:latin typeface="+mj-lt"/>
            </a:endParaRPr>
          </a:p>
        </p:txBody>
      </p:sp>
      <p:pic>
        <p:nvPicPr>
          <p:cNvPr id="35" name="Image 34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3A7F7A0-2384-7766-EAF6-F08177149A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0153" y="719706"/>
            <a:ext cx="2194760" cy="1928036"/>
          </a:xfrm>
          <a:prstGeom prst="rect">
            <a:avLst/>
          </a:prstGeom>
        </p:spPr>
      </p:pic>
      <p:pic>
        <p:nvPicPr>
          <p:cNvPr id="37" name="Image 36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C2D8F59C-219A-1FD8-1D36-51F0EC51C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9314" y="3008229"/>
            <a:ext cx="2297752" cy="1526119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66066025-C4EB-12C8-BCBE-8393DE323BB7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7.3 </a:t>
            </a:r>
          </a:p>
        </p:txBody>
      </p:sp>
    </p:spTree>
    <p:extLst>
      <p:ext uri="{BB962C8B-B14F-4D97-AF65-F5344CB8AC3E}">
        <p14:creationId xmlns:p14="http://schemas.microsoft.com/office/powerpoint/2010/main" val="224252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1309-AC61-8C64-BAB5-AF4E595E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2914A0-1A0D-61E2-2376-61DD16E7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86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EBBB3D-2292-99A7-C39E-97B472CA7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4F37A5BD-DA7D-DF95-7DBA-15C6BA0B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093E2D-C73F-0D9D-D763-0F762DC31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4419FA-0F95-E88F-52A5-EDD8F72F9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D9CAE2B-DC4F-B713-CE50-BF7F2D9E3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AECFDCD-36E1-1A95-C0FB-3B37D099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9C3CF8-899E-9C31-91EB-528112570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0AECEE8-1E36-7A97-7D1B-2199B104A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91" y="9739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541B888E-3BDA-7992-AA7C-401BDEE28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90" y="860529"/>
            <a:ext cx="1867739" cy="1679479"/>
          </a:xfrm>
          <a:prstGeom prst="rect">
            <a:avLst/>
          </a:prstGeom>
        </p:spPr>
      </p:pic>
      <p:pic>
        <p:nvPicPr>
          <p:cNvPr id="14" name="Image 13" descr="Une image contenant texte, diagramme, croquis, ligne&#10;&#10;Le contenu généré par l’IA peut être incorrect.">
            <a:extLst>
              <a:ext uri="{FF2B5EF4-FFF2-40B4-BE49-F238E27FC236}">
                <a16:creationId xmlns:a16="http://schemas.microsoft.com/office/drawing/2014/main" id="{4C37A2B9-9F87-B687-B36F-B28F671A0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566" y="852315"/>
            <a:ext cx="1142851" cy="1572353"/>
          </a:xfrm>
          <a:prstGeom prst="rect">
            <a:avLst/>
          </a:prstGeom>
        </p:spPr>
      </p:pic>
      <p:pic>
        <p:nvPicPr>
          <p:cNvPr id="17" name="Image 16" descr="Une image contenant texte, croquis, diagramme, dessin&#10;&#10;Le contenu généré par l’IA peut être incorrect.">
            <a:extLst>
              <a:ext uri="{FF2B5EF4-FFF2-40B4-BE49-F238E27FC236}">
                <a16:creationId xmlns:a16="http://schemas.microsoft.com/office/drawing/2014/main" id="{EF2BA52E-5F17-4FD5-178F-40F8DD869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923" y="824957"/>
            <a:ext cx="2054772" cy="1639264"/>
          </a:xfrm>
          <a:prstGeom prst="rect">
            <a:avLst/>
          </a:prstGeom>
        </p:spPr>
      </p:pic>
      <p:pic>
        <p:nvPicPr>
          <p:cNvPr id="20" name="Image 19" descr="Une image contenant texte, diagramme, ligne, squelette&#10;&#10;Le contenu généré par l’IA peut être incorrect.">
            <a:extLst>
              <a:ext uri="{FF2B5EF4-FFF2-40B4-BE49-F238E27FC236}">
                <a16:creationId xmlns:a16="http://schemas.microsoft.com/office/drawing/2014/main" id="{49EE2F8E-7FF0-E6E2-B561-92602EC85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789" y="820204"/>
            <a:ext cx="2340756" cy="1636573"/>
          </a:xfrm>
          <a:prstGeom prst="rect">
            <a:avLst/>
          </a:prstGeom>
        </p:spPr>
      </p:pic>
      <p:pic>
        <p:nvPicPr>
          <p:cNvPr id="24" name="Image 23" descr="Une image contenant croquis, texte, diagramme, dessin&#10;&#10;Le contenu généré par l’IA peut être incorrect.">
            <a:extLst>
              <a:ext uri="{FF2B5EF4-FFF2-40B4-BE49-F238E27FC236}">
                <a16:creationId xmlns:a16="http://schemas.microsoft.com/office/drawing/2014/main" id="{9E3D610E-5E84-3A87-4D62-84FB66E5D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797" y="2903533"/>
            <a:ext cx="2082926" cy="1550223"/>
          </a:xfrm>
          <a:prstGeom prst="rect">
            <a:avLst/>
          </a:prstGeom>
        </p:spPr>
      </p:pic>
      <p:pic>
        <p:nvPicPr>
          <p:cNvPr id="28" name="Image 27" descr="Une image contenant texte, croquis, diagramme, Dessin technique&#10;&#10;Le contenu généré par l’IA peut être incorrect.">
            <a:extLst>
              <a:ext uri="{FF2B5EF4-FFF2-40B4-BE49-F238E27FC236}">
                <a16:creationId xmlns:a16="http://schemas.microsoft.com/office/drawing/2014/main" id="{B8727E61-8E33-4221-699D-B8484CE4A6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026" y="2903533"/>
            <a:ext cx="1613974" cy="1572353"/>
          </a:xfrm>
          <a:prstGeom prst="rect">
            <a:avLst/>
          </a:prstGeom>
        </p:spPr>
      </p:pic>
      <p:pic>
        <p:nvPicPr>
          <p:cNvPr id="32" name="Image 31" descr="Une image contenant croquis, texte, dessin, diagramme&#10;&#10;Le contenu généré par l’IA peut être incorrect.">
            <a:extLst>
              <a:ext uri="{FF2B5EF4-FFF2-40B4-BE49-F238E27FC236}">
                <a16:creationId xmlns:a16="http://schemas.microsoft.com/office/drawing/2014/main" id="{E7F32612-5633-AB49-CF49-448B2B9554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6293" y="2847925"/>
            <a:ext cx="1440896" cy="1528362"/>
          </a:xfrm>
          <a:prstGeom prst="rect">
            <a:avLst/>
          </a:prstGeom>
        </p:spPr>
      </p:pic>
      <p:pic>
        <p:nvPicPr>
          <p:cNvPr id="34" name="Image 33" descr="Une image contenant texte, croquis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52822410-C7F8-F9F1-D703-35AE8C843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0181" y="2825318"/>
            <a:ext cx="2170464" cy="1572353"/>
          </a:xfrm>
          <a:prstGeom prst="rect">
            <a:avLst/>
          </a:prstGeom>
        </p:spPr>
      </p:pic>
      <p:sp>
        <p:nvSpPr>
          <p:cNvPr id="35" name="Titre 2">
            <a:extLst>
              <a:ext uri="{FF2B5EF4-FFF2-40B4-BE49-F238E27FC236}">
                <a16:creationId xmlns:a16="http://schemas.microsoft.com/office/drawing/2014/main" id="{5CB0CD44-C6B9-F766-3A26-D3FEB9F9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54366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9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Notice de Montage</a:t>
            </a:r>
            <a:endParaRPr lang="fr-FR" dirty="0">
              <a:latin typeface="+mj-lt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3C18D0-1CEB-F6CF-3BF0-07C715D71982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7.3 </a:t>
            </a:r>
          </a:p>
        </p:txBody>
      </p:sp>
    </p:spTree>
    <p:extLst>
      <p:ext uri="{BB962C8B-B14F-4D97-AF65-F5344CB8AC3E}">
        <p14:creationId xmlns:p14="http://schemas.microsoft.com/office/powerpoint/2010/main" val="2219649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 descr="Une image contenant texte, diagramme, croquis, Dessin technique&#10;&#10;Le contenu généré par l’IA peut être incorrect.">
            <a:extLst>
              <a:ext uri="{FF2B5EF4-FFF2-40B4-BE49-F238E27FC236}">
                <a16:creationId xmlns:a16="http://schemas.microsoft.com/office/drawing/2014/main" id="{00776742-B4EB-8A7A-3DA7-549815A09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242" y="610988"/>
            <a:ext cx="2374915" cy="1960762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7EC4CE-DEC9-A49B-3357-A329A17B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B75AF0-1618-455C-A65B-B612AF72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0FF707-4B08-4A79-244F-9E669D07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87</a:t>
            </a:fld>
            <a:endParaRPr lang="fr-FR" dirty="0"/>
          </a:p>
        </p:txBody>
      </p:sp>
      <p:pic>
        <p:nvPicPr>
          <p:cNvPr id="10" name="Image 9" descr="Une image contenant croquis, diagramme, texte, dessin&#10;&#10;Le contenu généré par l’IA peut être incorrect.">
            <a:extLst>
              <a:ext uri="{FF2B5EF4-FFF2-40B4-BE49-F238E27FC236}">
                <a16:creationId xmlns:a16="http://schemas.microsoft.com/office/drawing/2014/main" id="{B8D8D228-08AF-02F8-1689-C00E9D395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169" y="565595"/>
            <a:ext cx="2164406" cy="1949098"/>
          </a:xfrm>
          <a:prstGeom prst="rect">
            <a:avLst/>
          </a:prstGeom>
        </p:spPr>
      </p:pic>
      <p:sp>
        <p:nvSpPr>
          <p:cNvPr id="17" name="Titre 2">
            <a:extLst>
              <a:ext uri="{FF2B5EF4-FFF2-40B4-BE49-F238E27FC236}">
                <a16:creationId xmlns:a16="http://schemas.microsoft.com/office/drawing/2014/main" id="{8F70CCD1-E1F3-12F3-08B4-30E046F2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77040"/>
            <a:ext cx="4467225" cy="454366"/>
          </a:xfrm>
        </p:spPr>
        <p:txBody>
          <a:bodyPr/>
          <a:lstStyle/>
          <a:p>
            <a:r>
              <a:rPr lang="fr-FR" sz="1800" b="0" dirty="0">
                <a:solidFill>
                  <a:srgbClr val="000000"/>
                </a:solidFill>
                <a:latin typeface="+mj-lt"/>
              </a:rPr>
              <a:t>9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.2 Notice de Montage</a:t>
            </a:r>
            <a:endParaRPr lang="fr-FR" dirty="0">
              <a:latin typeface="+mj-lt"/>
            </a:endParaRPr>
          </a:p>
        </p:txBody>
      </p:sp>
      <p:pic>
        <p:nvPicPr>
          <p:cNvPr id="19" name="Image 18" descr="Une image contenant diagramme, croquis, Dessin technique, Plan&#10;&#10;Le contenu généré par l’IA peut être incorrect.">
            <a:extLst>
              <a:ext uri="{FF2B5EF4-FFF2-40B4-BE49-F238E27FC236}">
                <a16:creationId xmlns:a16="http://schemas.microsoft.com/office/drawing/2014/main" id="{BEFDF81C-8CA6-10C8-2963-338ABB1AD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51" y="530583"/>
            <a:ext cx="2257118" cy="2128599"/>
          </a:xfrm>
          <a:prstGeom prst="rect">
            <a:avLst/>
          </a:prstGeom>
        </p:spPr>
      </p:pic>
      <p:pic>
        <p:nvPicPr>
          <p:cNvPr id="21" name="Image 20" descr="Une image contenant croquis, conception, diagramme, texte&#10;&#10;Le contenu généré par l’IA peut être incorrect.">
            <a:extLst>
              <a:ext uri="{FF2B5EF4-FFF2-40B4-BE49-F238E27FC236}">
                <a16:creationId xmlns:a16="http://schemas.microsoft.com/office/drawing/2014/main" id="{E81A8201-CC7C-58B4-221D-12304D0A2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578" y="2661458"/>
            <a:ext cx="2286421" cy="2304009"/>
          </a:xfrm>
          <a:prstGeom prst="rect">
            <a:avLst/>
          </a:prstGeom>
        </p:spPr>
      </p:pic>
      <p:pic>
        <p:nvPicPr>
          <p:cNvPr id="23" name="Image 22" descr="Une image contenant texte, croquis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9AA231C-D7A8-7754-3E32-924EC023A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778" y="2571750"/>
            <a:ext cx="2695073" cy="2243504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D763358B-0589-C2F0-D720-3D83F7952DF5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7.3 </a:t>
            </a:r>
          </a:p>
        </p:txBody>
      </p:sp>
    </p:spTree>
    <p:extLst>
      <p:ext uri="{BB962C8B-B14F-4D97-AF65-F5344CB8AC3E}">
        <p14:creationId xmlns:p14="http://schemas.microsoft.com/office/powerpoint/2010/main" val="167466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921B-DE58-7FF6-15AA-72AAB1F6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53D34-C2DF-6C7F-514A-815585FA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 10. Mode d’emploi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C6D353-1F1F-608B-68D8-2628383689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E12C55-57AF-228D-7B79-B6763A980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19460" name="Picture 4" descr="Image générée">
            <a:extLst>
              <a:ext uri="{FF2B5EF4-FFF2-40B4-BE49-F238E27FC236}">
                <a16:creationId xmlns:a16="http://schemas.microsoft.com/office/drawing/2014/main" id="{62DCA8F7-316A-B0D7-6C24-E6E1B1637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90" y="358815"/>
            <a:ext cx="3957251" cy="39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0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9FEE-A9DB-DFD2-DD81-01028F41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6BEAE-6504-1FF7-BF11-9039F353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89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D607DBC-FAC0-0594-BE81-85FAFF2C0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C27321E-A6AD-EC30-402A-D69B4F65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119BF-66FE-458D-C57F-A9E038B5B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CA566F-AF4B-C931-FCD4-5006B7E51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7B1E1C6-E968-5A5B-8171-612A003C2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9D177EC-1CB9-E9E9-2A78-370956E5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0036999-A7D8-65E0-35C5-B03DC810D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C1EA1F70-C10C-F571-885B-B620BF0B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325" y="330479"/>
            <a:ext cx="4467225" cy="454366"/>
          </a:xfrm>
        </p:spPr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10.1 Consigne de sécurité</a:t>
            </a:r>
            <a:endParaRPr lang="fr-FR" dirty="0">
              <a:latin typeface="+mj-lt"/>
            </a:endParaRPr>
          </a:p>
        </p:txBody>
      </p:sp>
      <p:pic>
        <p:nvPicPr>
          <p:cNvPr id="17" name="Image 16" descr="Une image contenant texte, lettre, Police, papier&#10;&#10;Le contenu généré par l’IA peut être incorrect.">
            <a:extLst>
              <a:ext uri="{FF2B5EF4-FFF2-40B4-BE49-F238E27FC236}">
                <a16:creationId xmlns:a16="http://schemas.microsoft.com/office/drawing/2014/main" id="{836B691A-FFBD-A8A4-474E-8CCC15662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889" y="740667"/>
            <a:ext cx="3951790" cy="407235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60A86C0-E88A-86C3-625E-5C9571CF533F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8.1 </a:t>
            </a:r>
          </a:p>
        </p:txBody>
      </p:sp>
    </p:spTree>
    <p:extLst>
      <p:ext uri="{BB962C8B-B14F-4D97-AF65-F5344CB8AC3E}">
        <p14:creationId xmlns:p14="http://schemas.microsoft.com/office/powerpoint/2010/main" val="341993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E2CE-9AB0-768F-6091-0885E9DC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94E7D-A10C-FC85-D960-293E78D4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90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49F771-558C-B033-6C42-47A06DCB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228F65C2-1E07-73A4-888C-4CF9CAE2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C6EEF4-98CE-6188-2FCF-FB8E4FBAF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A7A00F-62BC-7B07-BFA3-D2D3D9A8A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F491339-065B-A757-3552-2B09E498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FA71CC6-5134-356D-B90B-DB66517FD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01BF1D9-E218-17A4-952C-BA8E1FC15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307B1AF5-C72E-7957-5C90-A447F176A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261" y="213122"/>
            <a:ext cx="4467225" cy="454366"/>
          </a:xfrm>
        </p:spPr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10.2 Notice d’utilisation</a:t>
            </a:r>
            <a:endParaRPr lang="fr-FR" dirty="0">
              <a:latin typeface="+mj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9B9DB78-7D08-12F2-8237-6410AF6C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9" y="872331"/>
            <a:ext cx="4762482" cy="4140963"/>
          </a:xfrm>
          <a:prstGeom prst="rect">
            <a:avLst/>
          </a:prstGeom>
        </p:spPr>
      </p:pic>
      <p:sp>
        <p:nvSpPr>
          <p:cNvPr id="11" name="Espace réservé du contenu 1">
            <a:extLst>
              <a:ext uri="{FF2B5EF4-FFF2-40B4-BE49-F238E27FC236}">
                <a16:creationId xmlns:a16="http://schemas.microsoft.com/office/drawing/2014/main" id="{45FBF8AA-7329-2E96-A826-D5279626B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755" y="592615"/>
            <a:ext cx="7251840" cy="493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300" b="1" dirty="0">
                <a:solidFill>
                  <a:srgbClr val="333333"/>
                </a:solidFill>
                <a:latin typeface="+mj-lt"/>
              </a:rPr>
              <a:t>Réglage de l’inclinaison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F1A6DD0-7EA1-AF68-445D-086648D65888}"/>
              </a:ext>
            </a:extLst>
          </p:cNvPr>
          <p:cNvSpPr txBox="1"/>
          <p:nvPr/>
        </p:nvSpPr>
        <p:spPr>
          <a:xfrm>
            <a:off x="1086928" y="612475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1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BADF7C6-060C-2649-A59E-1470F2854F6C}"/>
              </a:ext>
            </a:extLst>
          </p:cNvPr>
          <p:cNvSpPr/>
          <p:nvPr/>
        </p:nvSpPr>
        <p:spPr>
          <a:xfrm>
            <a:off x="915603" y="611326"/>
            <a:ext cx="747242" cy="6518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20E3BF7-8D3C-7E80-3981-F9CDEAF754F2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8.2 </a:t>
            </a:r>
          </a:p>
        </p:txBody>
      </p:sp>
    </p:spTree>
    <p:extLst>
      <p:ext uri="{BB962C8B-B14F-4D97-AF65-F5344CB8AC3E}">
        <p14:creationId xmlns:p14="http://schemas.microsoft.com/office/powerpoint/2010/main" val="2661395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E54B-E7E3-5FC6-B108-0CF7A681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0DBDB8-73F3-B2E1-D8A2-4C934436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91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DBB7820-E137-71B8-DF7F-AEA68ED7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5C644D01-C83B-48D7-0082-3C95E528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30B087-9F76-58F2-BEE6-58DC139BA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5554E4-1DAA-3FA7-8AE7-01E18FD75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9AA8D0A-D9C6-0D28-C93B-41CECCF46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F523419-D3E2-7E6A-F8D2-9FAEA222A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38CA489-C5E0-C376-3334-E56EE67FB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71AC6F80-5601-462C-C225-08962444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261" y="213122"/>
            <a:ext cx="4467225" cy="454366"/>
          </a:xfrm>
        </p:spPr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10.2 Notice d’utilisation</a:t>
            </a:r>
            <a:endParaRPr lang="fr-FR" dirty="0">
              <a:latin typeface="+mj-lt"/>
            </a:endParaRPr>
          </a:p>
        </p:txBody>
      </p:sp>
      <p:sp>
        <p:nvSpPr>
          <p:cNvPr id="11" name="Espace réservé du contenu 1">
            <a:extLst>
              <a:ext uri="{FF2B5EF4-FFF2-40B4-BE49-F238E27FC236}">
                <a16:creationId xmlns:a16="http://schemas.microsoft.com/office/drawing/2014/main" id="{8A384A34-F4D8-C342-487D-A5303F39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755" y="592615"/>
            <a:ext cx="7251840" cy="493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300" b="1" dirty="0">
                <a:solidFill>
                  <a:srgbClr val="333333"/>
                </a:solidFill>
                <a:latin typeface="+mj-lt"/>
              </a:rPr>
              <a:t>Chargement des balles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FB58A3A-4652-7284-5B8B-4975D687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976" y="832880"/>
            <a:ext cx="6814923" cy="3894241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B9CECDE-1386-674F-790F-ACEA4CB9D196}"/>
              </a:ext>
            </a:extLst>
          </p:cNvPr>
          <p:cNvSpPr/>
          <p:nvPr/>
        </p:nvSpPr>
        <p:spPr>
          <a:xfrm>
            <a:off x="815907" y="621101"/>
            <a:ext cx="747242" cy="66574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888CADB-E94C-7399-BABE-39B27A82B508}"/>
              </a:ext>
            </a:extLst>
          </p:cNvPr>
          <p:cNvSpPr txBox="1"/>
          <p:nvPr/>
        </p:nvSpPr>
        <p:spPr>
          <a:xfrm>
            <a:off x="1038795" y="621101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EA085D3-DBE4-4599-56AB-C8D2B7BE1776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8.2 </a:t>
            </a:r>
          </a:p>
        </p:txBody>
      </p:sp>
    </p:spTree>
    <p:extLst>
      <p:ext uri="{BB962C8B-B14F-4D97-AF65-F5344CB8AC3E}">
        <p14:creationId xmlns:p14="http://schemas.microsoft.com/office/powerpoint/2010/main" val="943330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3B43-0835-E022-361D-4E4ECA38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EB65BE-E886-D160-D0A0-40120AF4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92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1E5AE34-B4A5-6F09-0A25-AD8933CBF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3" y="438987"/>
            <a:ext cx="80061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F4CCAF4C-DFE8-382B-3A3F-6F5E844C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r>
              <a:rPr lang="fr-FR"/>
              <a:t>Lanceur de balle de Squash</a:t>
            </a: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EE3B56-46A4-AA69-4749-E4A45546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872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71F72D-87B4-0D8A-0F75-CDB71F1D2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829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9EF0323-33D6-66DC-58E2-AA23E3183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04" y="12542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01C40C7-3B81-DF99-9B75-2C394B2E5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4" y="101900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95F3DB0-BE5C-863D-807F-C0F451CB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52" y="11931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C67EA5D6-B250-6137-05A9-5CCF3138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261" y="310529"/>
            <a:ext cx="4467225" cy="454366"/>
          </a:xfrm>
        </p:spPr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10.2 Notice d’utilisation</a:t>
            </a:r>
            <a:endParaRPr lang="fr-FR" dirty="0">
              <a:latin typeface="+mj-lt"/>
            </a:endParaRPr>
          </a:p>
        </p:txBody>
      </p:sp>
      <p:sp>
        <p:nvSpPr>
          <p:cNvPr id="11" name="Espace réservé du contenu 1">
            <a:extLst>
              <a:ext uri="{FF2B5EF4-FFF2-40B4-BE49-F238E27FC236}">
                <a16:creationId xmlns:a16="http://schemas.microsoft.com/office/drawing/2014/main" id="{FF708ADC-4531-67E3-D217-D683FA189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398" y="727645"/>
            <a:ext cx="7251840" cy="493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300" b="1" dirty="0">
                <a:solidFill>
                  <a:srgbClr val="333333"/>
                </a:solidFill>
                <a:latin typeface="+mj-lt"/>
              </a:rPr>
              <a:t>Mise en marche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695D00-D899-854A-21DF-09FAF84E8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63" y="1100931"/>
            <a:ext cx="4269654" cy="2656822"/>
          </a:xfrm>
          <a:prstGeom prst="rect">
            <a:avLst/>
          </a:prstGeom>
        </p:spPr>
      </p:pic>
      <p:pic>
        <p:nvPicPr>
          <p:cNvPr id="14" name="Image 1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97E9A71-45E4-F108-9508-502E5F8F4B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16"/>
          <a:stretch>
            <a:fillRect/>
          </a:stretch>
        </p:blipFill>
        <p:spPr>
          <a:xfrm>
            <a:off x="4597254" y="1032164"/>
            <a:ext cx="4601212" cy="2656822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7D84D8E6-2575-652C-ACA7-5E70F1102962}"/>
              </a:ext>
            </a:extLst>
          </p:cNvPr>
          <p:cNvSpPr txBox="1"/>
          <p:nvPr/>
        </p:nvSpPr>
        <p:spPr>
          <a:xfrm>
            <a:off x="738332" y="464062"/>
            <a:ext cx="1035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+mj-lt"/>
              </a:rPr>
              <a:t>3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BCA4C3A-F37A-D5B7-9EB7-67DC1C5DE7F2}"/>
              </a:ext>
            </a:extLst>
          </p:cNvPr>
          <p:cNvSpPr/>
          <p:nvPr/>
        </p:nvSpPr>
        <p:spPr>
          <a:xfrm>
            <a:off x="557862" y="471325"/>
            <a:ext cx="747242" cy="6518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EBD1E0D-F972-D40B-8607-A81CBE581BB1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8.2 </a:t>
            </a:r>
          </a:p>
        </p:txBody>
      </p:sp>
    </p:spTree>
    <p:extLst>
      <p:ext uri="{BB962C8B-B14F-4D97-AF65-F5344CB8AC3E}">
        <p14:creationId xmlns:p14="http://schemas.microsoft.com/office/powerpoint/2010/main" val="2807679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ADAE-4FB8-F0C9-5936-0CD46819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5C1826-60A7-5D07-3706-9B348522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11. Conclusions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C4EBE9-B46C-B5B5-7662-BDA84A8388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93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46AE94E-F30C-0DBB-64A2-F83C7B2D4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4843"/>
            <a:ext cx="927100" cy="3340100"/>
          </a:xfrm>
          <a:prstGeom prst="rect">
            <a:avLst/>
          </a:prstGeom>
        </p:spPr>
      </p:pic>
      <p:pic>
        <p:nvPicPr>
          <p:cNvPr id="20482" name="Picture 2" descr="Image générée">
            <a:extLst>
              <a:ext uri="{FF2B5EF4-FFF2-40B4-BE49-F238E27FC236}">
                <a16:creationId xmlns:a16="http://schemas.microsoft.com/office/drawing/2014/main" id="{1F0AA86D-A49E-1285-E6E0-EB1508C6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76" y="531340"/>
            <a:ext cx="4080819" cy="408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40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102E11AB-2D5E-4BA4-FADD-4B5B03BD0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279399"/>
              </p:ext>
            </p:extLst>
          </p:nvPr>
        </p:nvGraphicFramePr>
        <p:xfrm>
          <a:off x="1091821" y="546526"/>
          <a:ext cx="6782123" cy="4254900"/>
        </p:xfrm>
        <a:graphic>
          <a:graphicData uri="http://schemas.openxmlformats.org/drawingml/2006/table">
            <a:tbl>
              <a:tblPr/>
              <a:tblGrid>
                <a:gridCol w="1764197">
                  <a:extLst>
                    <a:ext uri="{9D8B030D-6E8A-4147-A177-3AD203B41FA5}">
                      <a16:colId xmlns:a16="http://schemas.microsoft.com/office/drawing/2014/main" val="2084904633"/>
                    </a:ext>
                  </a:extLst>
                </a:gridCol>
                <a:gridCol w="2788910">
                  <a:extLst>
                    <a:ext uri="{9D8B030D-6E8A-4147-A177-3AD203B41FA5}">
                      <a16:colId xmlns:a16="http://schemas.microsoft.com/office/drawing/2014/main" val="2844597806"/>
                    </a:ext>
                  </a:extLst>
                </a:gridCol>
                <a:gridCol w="2229016">
                  <a:extLst>
                    <a:ext uri="{9D8B030D-6E8A-4147-A177-3AD203B41FA5}">
                      <a16:colId xmlns:a16="http://schemas.microsoft.com/office/drawing/2014/main" val="3900401839"/>
                    </a:ext>
                  </a:extLst>
                </a:gridCol>
              </a:tblGrid>
              <a:tr h="805540">
                <a:tc>
                  <a:txBody>
                    <a:bodyPr/>
                    <a:lstStyle/>
                    <a:p>
                      <a:pPr marL="89433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 des contraintes 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0810" marR="362306" indent="-2688323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Spécifications du cahier des charges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0810" marR="362306" indent="-2688323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Résultats de notre machine 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948152"/>
                  </a:ext>
                </a:extLst>
              </a:tr>
              <a:tr h="349028">
                <a:tc>
                  <a:txBody>
                    <a:bodyPr/>
                    <a:lstStyle/>
                    <a:p>
                      <a:pPr marL="50622" algn="just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</a:rPr>
                        <a:t>Réservoir de balles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Contient exactement 5 balles de squash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Tube des balles dimensionné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713481"/>
                  </a:ext>
                </a:extLst>
              </a:tr>
              <a:tr h="44117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Lancement en continu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L’utilisateur doit pouvoir lancer les 5 balles d'affilée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✔️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297944"/>
                  </a:ext>
                </a:extLst>
              </a:tr>
              <a:tr h="44117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Utilisation manuelle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Actionnée par un opérateur unique (droitier ou gaucher), avec une seule main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Manivelle ambidextre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60767"/>
                  </a:ext>
                </a:extLst>
              </a:tr>
              <a:tr h="349028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Cadence de tir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Minimum 1 balle toutes les 5 secondes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balles toutes les 5 secondes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51883"/>
                  </a:ext>
                </a:extLst>
              </a:tr>
              <a:tr h="44117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 tir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Vitesse des balles en sortie entre 80 km/h et 130 km/h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 km/h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066080"/>
                  </a:ext>
                </a:extLst>
              </a:tr>
              <a:tr h="38742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Compacité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Machine aussi compacte que possible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✔️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72466"/>
                  </a:ext>
                </a:extLst>
              </a:tr>
              <a:tr h="38742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Poids maximal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Poids maximal de 15 kg sans balles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10.5 kg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843193"/>
                  </a:ext>
                </a:extLst>
              </a:tr>
              <a:tr h="441170">
                <a:tc>
                  <a:txBody>
                    <a:bodyPr/>
                    <a:lstStyle/>
                    <a:p>
                      <a:pPr marL="85547" rtl="0" fontAlgn="t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Sécurité opérateur</a:t>
                      </a:r>
                      <a:endParaRPr lang="fr-FR" sz="1100" dirty="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Aucune blessure, sécurité assurée même en conditions normales d’utilisation</a:t>
                      </a:r>
                      <a:endParaRPr lang="fr-FR" sz="1100">
                        <a:effectLst/>
                      </a:endParaRP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639" rtl="0" fontAlgn="t">
                        <a:buNone/>
                      </a:pPr>
                      <a:r>
                        <a:rPr lang="fr-FR" sz="1100" dirty="0">
                          <a:effectLst/>
                        </a:rPr>
                        <a:t>Système de cliquet</a:t>
                      </a:r>
                    </a:p>
                  </a:txBody>
                  <a:tcPr marL="58463" marR="58463" marT="58463" marB="5846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40452"/>
                  </a:ext>
                </a:extLst>
              </a:tr>
            </a:tbl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8EE934-5704-8F8B-ECCF-8B6B0479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A7382D-0766-351E-5F7F-58455862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9681F8-4E33-B939-58CC-98315D18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94</a:t>
            </a:fld>
            <a:endParaRPr lang="fr-FR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7F12400-F48C-A2B9-900F-8D25DDB52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69" y="67949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A778C0-17E5-0EA7-B54F-1B8DBC646F2A}"/>
              </a:ext>
            </a:extLst>
          </p:cNvPr>
          <p:cNvSpPr txBox="1"/>
          <p:nvPr/>
        </p:nvSpPr>
        <p:spPr>
          <a:xfrm>
            <a:off x="8111442" y="4673908"/>
            <a:ext cx="77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 err="1"/>
              <a:t>cf</a:t>
            </a:r>
            <a:r>
              <a:rPr lang="fr-FR" sz="900" i="1" dirty="0"/>
              <a:t> 9.1 </a:t>
            </a:r>
          </a:p>
        </p:txBody>
      </p:sp>
    </p:spTree>
    <p:extLst>
      <p:ext uri="{BB962C8B-B14F-4D97-AF65-F5344CB8AC3E}">
        <p14:creationId xmlns:p14="http://schemas.microsoft.com/office/powerpoint/2010/main" val="126163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>
            <a:extLst>
              <a:ext uri="{FF2B5EF4-FFF2-40B4-BE49-F238E27FC236}">
                <a16:creationId xmlns:a16="http://schemas.microsoft.com/office/drawing/2014/main" id="{C5DC9A4D-B7CD-3F49-976D-9809C46B7DE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6324" t="18395" b="2071"/>
          <a:stretch/>
        </p:blipFill>
        <p:spPr>
          <a:xfrm>
            <a:off x="1331913" y="0"/>
            <a:ext cx="7812087" cy="4948238"/>
          </a:xfr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6AF2DA65-CF00-774A-9D7C-EEFA627B2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1075" y="1610041"/>
            <a:ext cx="2512925" cy="2145820"/>
          </a:xfrm>
        </p:spPr>
        <p:txBody>
          <a:bodyPr>
            <a:normAutofit/>
          </a:bodyPr>
          <a:lstStyle/>
          <a:p>
            <a:r>
              <a:rPr lang="fr-FR" sz="44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72223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28382</TotalTime>
  <Words>5843</Words>
  <Application>Microsoft Macintosh PowerPoint</Application>
  <PresentationFormat>Affichage à l'écran (16:9)</PresentationFormat>
  <Paragraphs>1524</Paragraphs>
  <Slides>95</Slides>
  <Notes>53</Notes>
  <HiddenSlides>0</HiddenSlides>
  <MMClips>6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95</vt:i4>
      </vt:variant>
    </vt:vector>
  </HeadingPairs>
  <TitlesOfParts>
    <vt:vector size="102" baseType="lpstr">
      <vt:lpstr>Arial</vt:lpstr>
      <vt:lpstr>Arial-BoldMT</vt:lpstr>
      <vt:lpstr>Calibri</vt:lpstr>
      <vt:lpstr>Franklin Gothic Demi Cond</vt:lpstr>
      <vt:lpstr>Poppins</vt:lpstr>
      <vt:lpstr>Wingdings</vt:lpstr>
      <vt:lpstr>Thème Office</vt:lpstr>
      <vt:lpstr>Lanceur de balle de Squash</vt:lpstr>
      <vt:lpstr>Tables des matières</vt:lpstr>
      <vt:lpstr>1. Introduction</vt:lpstr>
      <vt:lpstr>Cahier des Charges originales</vt:lpstr>
      <vt:lpstr>Tableau des Spécifications</vt:lpstr>
      <vt:lpstr>Tableau des Spécifications</vt:lpstr>
      <vt:lpstr>2. Description et analyse des options de conception</vt:lpstr>
      <vt:lpstr>Transmission de Mouvement par Roues</vt:lpstr>
      <vt:lpstr>Transmission de Mouvement par Impact</vt:lpstr>
      <vt:lpstr>Transmission de Mouvement par Impact</vt:lpstr>
      <vt:lpstr>Transmission de Mouvement par Accompagnement</vt:lpstr>
      <vt:lpstr>2.2 Mécanisme d’actionnement</vt:lpstr>
      <vt:lpstr>2.2 Mécanisme d’actionnement</vt:lpstr>
      <vt:lpstr>2.2 Mécanisme d’actionnement</vt:lpstr>
      <vt:lpstr>2.3 Mécanisme de compression du ressort</vt:lpstr>
      <vt:lpstr>2.3 Mécanisme de compression du ressort</vt:lpstr>
      <vt:lpstr>2.3 Mécanisme de compression du ressort</vt:lpstr>
      <vt:lpstr>2.3 Mécanisme de compression du ressort</vt:lpstr>
      <vt:lpstr>2.4 Système de stockage des balles</vt:lpstr>
      <vt:lpstr>2.4 Système de stockage des balles</vt:lpstr>
      <vt:lpstr>Présentation PowerPoint</vt:lpstr>
      <vt:lpstr>Présentation PowerPoint</vt:lpstr>
      <vt:lpstr>2.4 Système de stockage des balles</vt:lpstr>
      <vt:lpstr>2.4 Système de stockage des balles</vt:lpstr>
      <vt:lpstr>2.4 Système de stockage des balles</vt:lpstr>
      <vt:lpstr>2.5 Tableau comparatif</vt:lpstr>
      <vt:lpstr>2.5 Tableau comparatif</vt:lpstr>
      <vt:lpstr>2.5 Tableau comparatif</vt:lpstr>
      <vt:lpstr>2.5 Tableau comparatif</vt:lpstr>
      <vt:lpstr>3. Description et analyse détaillées du mécanisme choisi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4. Physique du mécanisme et Dimensionnement</vt:lpstr>
      <vt:lpstr>4.1 Système de lancement des balles</vt:lpstr>
      <vt:lpstr>Présentation PowerPoint</vt:lpstr>
      <vt:lpstr>4.2 Système de stockage des balles et acheminement des balles</vt:lpstr>
      <vt:lpstr>4.2 Système de stockage des balles et acheminement des balles</vt:lpstr>
      <vt:lpstr>4.3 Système d’engrenage</vt:lpstr>
      <vt:lpstr>4.3 Système d’engrenage</vt:lpstr>
      <vt:lpstr>4.4  Système d'amortissement du ressort</vt:lpstr>
      <vt:lpstr>4.5 Système de compression du ressort</vt:lpstr>
      <vt:lpstr>Présentation PowerPoint</vt:lpstr>
      <vt:lpstr>4.6 Système de compression du ressort</vt:lpstr>
      <vt:lpstr>4.6 Système de compression du ressort</vt:lpstr>
      <vt:lpstr>4.6 Système de compression du ressort</vt:lpstr>
      <vt:lpstr>4.6 Système de compression du ressort</vt:lpstr>
      <vt:lpstr>4.7  Système d’inclinaison de la machine</vt:lpstr>
      <vt:lpstr>4.7  Système d’inclinaison de la machine</vt:lpstr>
      <vt:lpstr>4.8 Système de blocage</vt:lpstr>
      <vt:lpstr>4.9 Puissance et Rendement</vt:lpstr>
      <vt:lpstr>5. Dimensionnement et résistance des éléments de liaisons</vt:lpstr>
      <vt:lpstr>5.1 Cisaillement et Torsion des arbres/clavettes</vt:lpstr>
      <vt:lpstr>5.2 Résistance à la torsion des arbres de transmissions</vt:lpstr>
      <vt:lpstr>5.3 Pression de matage</vt:lpstr>
      <vt:lpstr>5.4 Résistance des coussinets</vt:lpstr>
      <vt:lpstr>5.5 Calcul de la durée de vie des roulements à bille</vt:lpstr>
      <vt:lpstr>5.6 Dimensionnement des circlips</vt:lpstr>
      <vt:lpstr>5. 7 Dimensionnement des vis</vt:lpstr>
      <vt:lpstr>6. Analyse des risques</vt:lpstr>
      <vt:lpstr>Présentation PowerPoint</vt:lpstr>
      <vt:lpstr>Présentation PowerPoint</vt:lpstr>
      <vt:lpstr>7. Matériaux</vt:lpstr>
      <vt:lpstr>7.1 Analyse des matériaux</vt:lpstr>
      <vt:lpstr>7.2 Choix des matériaux</vt:lpstr>
      <vt:lpstr>7.2 Choix des matériaux</vt:lpstr>
      <vt:lpstr>7.2 Choix des matériaux</vt:lpstr>
      <vt:lpstr>7.2 Choix des matériaux</vt:lpstr>
      <vt:lpstr>8. Usinage des pièces</vt:lpstr>
      <vt:lpstr>8.1 Usinage des Matériaux</vt:lpstr>
      <vt:lpstr>8.1 Usinage des Matériaux</vt:lpstr>
      <vt:lpstr>8.1 Usinage des Matériaux</vt:lpstr>
      <vt:lpstr>8.1 Usinage des Matériaux</vt:lpstr>
      <vt:lpstr>8.1 Usinage des Matériaux</vt:lpstr>
      <vt:lpstr>8.2 Rugosité</vt:lpstr>
      <vt:lpstr>Coulissement guidé</vt:lpstr>
      <vt:lpstr>Arbres </vt:lpstr>
      <vt:lpstr>9. Procédures d’assemblage</vt:lpstr>
      <vt:lpstr>Présentation PowerPoint</vt:lpstr>
      <vt:lpstr>9.2 Notice de Montage</vt:lpstr>
      <vt:lpstr>9.2 Notice de Montage</vt:lpstr>
      <vt:lpstr>9.2 Notice de Montage</vt:lpstr>
      <vt:lpstr> 10. Mode d’emploi</vt:lpstr>
      <vt:lpstr>10.1 Consigne de sécurité</vt:lpstr>
      <vt:lpstr>10.2 Notice d’utilisation</vt:lpstr>
      <vt:lpstr>10.2 Notice d’utilisation</vt:lpstr>
      <vt:lpstr>10.2 Notice d’utilisation</vt:lpstr>
      <vt:lpstr>11. Conclusions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Guillaume Eric Marie Saint-Pierre</cp:lastModifiedBy>
  <cp:revision>312</cp:revision>
  <cp:lastPrinted>2019-06-19T13:21:30Z</cp:lastPrinted>
  <dcterms:created xsi:type="dcterms:W3CDTF">2019-04-02T06:24:35Z</dcterms:created>
  <dcterms:modified xsi:type="dcterms:W3CDTF">2025-05-31T12:02:22Z</dcterms:modified>
</cp:coreProperties>
</file>